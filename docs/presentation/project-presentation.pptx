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1.xml" ContentType="application/inkml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78" r:id="rId2"/>
    <p:sldId id="268" r:id="rId3"/>
    <p:sldId id="269" r:id="rId4"/>
    <p:sldId id="270" r:id="rId5"/>
    <p:sldId id="271" r:id="rId6"/>
    <p:sldId id="274" r:id="rId7"/>
    <p:sldId id="272" r:id="rId8"/>
    <p:sldId id="273" r:id="rId9"/>
    <p:sldId id="276" r:id="rId10"/>
    <p:sldId id="277" r:id="rId11"/>
    <p:sldId id="279" r:id="rId12"/>
    <p:sldId id="280" r:id="rId13"/>
    <p:sldId id="281" r:id="rId14"/>
    <p:sldId id="266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F0D99-066A-93CC-008D-F28FFD2235B3}" v="1" dt="2026-05-07T02:15:36.720"/>
    <p1510:client id="{1099D3E1-DE02-88A2-100A-4E422FFAD47B}" v="84" dt="2026-05-06T21:29:09.716"/>
    <p1510:client id="{1104982D-8BEE-5814-8F4F-64261FE80B83}" v="3" dt="2026-05-08T02:17:15.400"/>
    <p1510:client id="{118F38F0-F0FE-9113-89AF-9FAFFDF47946}" v="25" dt="2026-05-06T23:00:02.987"/>
    <p1510:client id="{15966586-E6FC-92F1-5BE2-49FBAC31D7D1}" v="2" dt="2026-05-07T21:34:26.282"/>
    <p1510:client id="{28EA9F5A-945B-1E6A-21A3-93962499D6CA}" v="273" dt="2026-05-07T01:39:10.772"/>
    <p1510:client id="{2E03699B-9B86-349A-872F-F33D7AEC1DBC}" v="17" dt="2026-05-06T21:13:25.213"/>
    <p1510:client id="{4425029C-BFAE-A027-AEC3-F56692CEDA94}" v="62" dt="2026-05-06T23:15:22.453"/>
    <p1510:client id="{4E4C21DA-1C30-E83B-A0CA-413B4B1794FB}" v="14" dt="2026-05-06T23:04:46.988"/>
    <p1510:client id="{66FC6BF1-01B0-D8EC-7F73-507311F49DBD}" v="335" dt="2026-05-06T22:49:39.226"/>
    <p1510:client id="{69BEA576-D722-C2EE-CFA0-700A85119427}" v="149" dt="2026-05-07T02:09:53.932"/>
    <p1510:client id="{6FE4B5D9-10BE-2FCC-72C2-A9460659AFBF}" v="40" dt="2026-05-07T00:53:31.847"/>
    <p1510:client id="{90D7502C-8FF3-5FC0-30DB-1A10A5A925E6}" v="55" dt="2026-05-06T23:37:36.557"/>
    <p1510:client id="{9DDDD6CA-3953-106B-26F8-44A15A0A367B}" v="71" dt="2026-05-06T22:55:47.235"/>
    <p1510:client id="{BFB72DCB-8DA9-B7FC-97EE-263669D170C6}" v="44" dt="2026-05-07T00:57:14.167"/>
    <p1510:client id="{D51D3751-2E3E-9F44-66A2-189CA50E9BDB}" v="156" dt="2026-05-07T00:09:11.485"/>
    <p1510:client id="{D79A08A1-32AA-CEAC-335F-936E900192EB}" v="3" dt="2026-05-07T04:34:49.690"/>
    <p1510:client id="{D8622A9A-CC9E-10FE-2C3B-4A608CDC92F6}" v="98" dt="2026-05-06T23:57:00.867"/>
    <p1510:client id="{E18118E2-3FEF-444B-BB37-AA471599A927}" v="8" dt="2026-05-07T04:38:23.261"/>
    <p1510:client id="{ED711BE0-893C-A1E7-6F4C-6F23389B5637}" v="29" dt="2026-05-08T02:00:42.147"/>
    <p1510:client id="{F2930773-441F-8CE0-EAE4-F1D5608E2AA1}" v="224" dt="2026-05-06T21:06:12.099"/>
    <p1510:client id="{FECD42E0-6FB6-E903-7C3C-6012E0BDD691}" v="20" dt="2026-05-06T23:25:22.5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FD75C3-69BE-4CC7-873A-37DE5426C9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D1FDDD-2DD3-4962-9A33-D5FB2DA602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/>
              <a:cs typeface="Times New Roman"/>
            </a:rPr>
            <a:t>Privacy-first: </a:t>
          </a:r>
          <a:r>
            <a:rPr lang="en-US">
              <a:latin typeface="Times New Roman"/>
              <a:cs typeface="Times New Roman"/>
            </a:rPr>
            <a:t>On-device processing for sensitive notes</a:t>
          </a:r>
        </a:p>
      </dgm:t>
    </dgm:pt>
    <dgm:pt modelId="{16A9BD30-4859-48E4-A880-E8855B73114D}" type="parTrans" cxnId="{21EB489A-DB47-4FC8-A325-748734C238F8}">
      <dgm:prSet/>
      <dgm:spPr/>
      <dgm:t>
        <a:bodyPr/>
        <a:lstStyle/>
        <a:p>
          <a:endParaRPr lang="en-US"/>
        </a:p>
      </dgm:t>
    </dgm:pt>
    <dgm:pt modelId="{B939F602-9BAD-406E-A48C-E782DAD4D071}" type="sibTrans" cxnId="{21EB489A-DB47-4FC8-A325-748734C238F8}">
      <dgm:prSet/>
      <dgm:spPr/>
      <dgm:t>
        <a:bodyPr/>
        <a:lstStyle/>
        <a:p>
          <a:endParaRPr lang="en-US"/>
        </a:p>
      </dgm:t>
    </dgm:pt>
    <dgm:pt modelId="{55D58902-45CE-401B-A7D3-CDA2C00279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/>
              <a:cs typeface="Times New Roman"/>
            </a:rPr>
            <a:t>Offline access: </a:t>
          </a:r>
          <a:r>
            <a:rPr lang="en-US">
              <a:latin typeface="Times New Roman"/>
              <a:cs typeface="Times New Roman"/>
            </a:rPr>
            <a:t>AI support without active internet</a:t>
          </a:r>
        </a:p>
      </dgm:t>
    </dgm:pt>
    <dgm:pt modelId="{98D50018-5AB9-42EB-9A3F-4E0E36E58BB5}" type="parTrans" cxnId="{2A6C0BCC-96AD-4762-B5CD-8CF2048AE615}">
      <dgm:prSet/>
      <dgm:spPr/>
      <dgm:t>
        <a:bodyPr/>
        <a:lstStyle/>
        <a:p>
          <a:endParaRPr lang="en-US"/>
        </a:p>
      </dgm:t>
    </dgm:pt>
    <dgm:pt modelId="{D97B0690-38F5-47C5-BACB-72165DD57F28}" type="sibTrans" cxnId="{2A6C0BCC-96AD-4762-B5CD-8CF2048AE615}">
      <dgm:prSet/>
      <dgm:spPr/>
      <dgm:t>
        <a:bodyPr/>
        <a:lstStyle/>
        <a:p>
          <a:endParaRPr lang="en-US"/>
        </a:p>
      </dgm:t>
    </dgm:pt>
    <dgm:pt modelId="{B73638F6-E4EE-4F30-BCF6-9143E731C90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>
              <a:latin typeface="Times New Roman"/>
              <a:cs typeface="Times New Roman"/>
            </a:rPr>
            <a:t>Productivity support: </a:t>
          </a:r>
          <a:r>
            <a:rPr lang="en-US">
              <a:latin typeface="Times New Roman"/>
              <a:cs typeface="Times New Roman"/>
            </a:rPr>
            <a:t>Fast summarization and rewriting inside the app</a:t>
          </a:r>
        </a:p>
      </dgm:t>
    </dgm:pt>
    <dgm:pt modelId="{4880C938-A8C0-4F9A-8303-D60AC3AE98B8}" type="parTrans" cxnId="{C1CAFB8C-1890-4806-ADE8-B3FD98FCD03B}">
      <dgm:prSet/>
      <dgm:spPr/>
      <dgm:t>
        <a:bodyPr/>
        <a:lstStyle/>
        <a:p>
          <a:endParaRPr lang="en-US"/>
        </a:p>
      </dgm:t>
    </dgm:pt>
    <dgm:pt modelId="{283042AE-5F37-443C-8829-D55801794AEA}" type="sibTrans" cxnId="{C1CAFB8C-1890-4806-ADE8-B3FD98FCD03B}">
      <dgm:prSet/>
      <dgm:spPr/>
      <dgm:t>
        <a:bodyPr/>
        <a:lstStyle/>
        <a:p>
          <a:endParaRPr lang="en-US"/>
        </a:p>
      </dgm:t>
    </dgm:pt>
    <dgm:pt modelId="{95B7D9CE-671C-481D-B8AE-53C5256E1B8A}" type="pres">
      <dgm:prSet presAssocID="{8FFD75C3-69BE-4CC7-873A-37DE5426C909}" presName="root" presStyleCnt="0">
        <dgm:presLayoutVars>
          <dgm:dir/>
          <dgm:resizeHandles val="exact"/>
        </dgm:presLayoutVars>
      </dgm:prSet>
      <dgm:spPr/>
    </dgm:pt>
    <dgm:pt modelId="{5F66C289-9A95-44A6-BE40-B31998CE549E}" type="pres">
      <dgm:prSet presAssocID="{ADD1FDDD-2DD3-4962-9A33-D5FB2DA6029C}" presName="compNode" presStyleCnt="0"/>
      <dgm:spPr/>
    </dgm:pt>
    <dgm:pt modelId="{75B02D23-DE1B-42CF-9702-6797AF84D7BC}" type="pres">
      <dgm:prSet presAssocID="{ADD1FDDD-2DD3-4962-9A33-D5FB2DA6029C}" presName="bgRect" presStyleLbl="bgShp" presStyleIdx="0" presStyleCnt="3"/>
      <dgm:spPr/>
    </dgm:pt>
    <dgm:pt modelId="{48002BCC-0024-4AB4-9A6D-A1B63A48B397}" type="pres">
      <dgm:prSet presAssocID="{ADD1FDDD-2DD3-4962-9A33-D5FB2DA602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56AAF3D-5C7C-4DBA-9511-A1B2E4418A1F}" type="pres">
      <dgm:prSet presAssocID="{ADD1FDDD-2DD3-4962-9A33-D5FB2DA6029C}" presName="spaceRect" presStyleCnt="0"/>
      <dgm:spPr/>
    </dgm:pt>
    <dgm:pt modelId="{64034822-215B-48BD-A047-A8361DFD1819}" type="pres">
      <dgm:prSet presAssocID="{ADD1FDDD-2DD3-4962-9A33-D5FB2DA6029C}" presName="parTx" presStyleLbl="revTx" presStyleIdx="0" presStyleCnt="3">
        <dgm:presLayoutVars>
          <dgm:chMax val="0"/>
          <dgm:chPref val="0"/>
        </dgm:presLayoutVars>
      </dgm:prSet>
      <dgm:spPr/>
    </dgm:pt>
    <dgm:pt modelId="{231F4E1F-C0A7-48BD-A920-119B8B19D9ED}" type="pres">
      <dgm:prSet presAssocID="{B939F602-9BAD-406E-A48C-E782DAD4D071}" presName="sibTrans" presStyleCnt="0"/>
      <dgm:spPr/>
    </dgm:pt>
    <dgm:pt modelId="{119F245C-4666-481C-8552-3249BAE83F03}" type="pres">
      <dgm:prSet presAssocID="{55D58902-45CE-401B-A7D3-CDA2C0027919}" presName="compNode" presStyleCnt="0"/>
      <dgm:spPr/>
    </dgm:pt>
    <dgm:pt modelId="{04D10653-E578-4D0C-80CB-75841ACAB15A}" type="pres">
      <dgm:prSet presAssocID="{55D58902-45CE-401B-A7D3-CDA2C0027919}" presName="bgRect" presStyleLbl="bgShp" presStyleIdx="1" presStyleCnt="3"/>
      <dgm:spPr/>
    </dgm:pt>
    <dgm:pt modelId="{EE9A94CC-5AD5-410F-849C-F2F5B74AF889}" type="pres">
      <dgm:prSet presAssocID="{55D58902-45CE-401B-A7D3-CDA2C00279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C09E1234-FC9B-4865-AF25-B4615DC564FE}" type="pres">
      <dgm:prSet presAssocID="{55D58902-45CE-401B-A7D3-CDA2C0027919}" presName="spaceRect" presStyleCnt="0"/>
      <dgm:spPr/>
    </dgm:pt>
    <dgm:pt modelId="{92F0DB33-ABF7-466E-8F08-7B72F45CF35B}" type="pres">
      <dgm:prSet presAssocID="{55D58902-45CE-401B-A7D3-CDA2C0027919}" presName="parTx" presStyleLbl="revTx" presStyleIdx="1" presStyleCnt="3">
        <dgm:presLayoutVars>
          <dgm:chMax val="0"/>
          <dgm:chPref val="0"/>
        </dgm:presLayoutVars>
      </dgm:prSet>
      <dgm:spPr/>
    </dgm:pt>
    <dgm:pt modelId="{9B3C21A1-C8A3-4307-A829-7D0D6ED98D3E}" type="pres">
      <dgm:prSet presAssocID="{D97B0690-38F5-47C5-BACB-72165DD57F28}" presName="sibTrans" presStyleCnt="0"/>
      <dgm:spPr/>
    </dgm:pt>
    <dgm:pt modelId="{DC278EB7-C296-4560-9BFB-320214C5E815}" type="pres">
      <dgm:prSet presAssocID="{B73638F6-E4EE-4F30-BCF6-9143E731C907}" presName="compNode" presStyleCnt="0"/>
      <dgm:spPr/>
    </dgm:pt>
    <dgm:pt modelId="{D98F6D7C-4641-4DE7-A4D8-B55E19E4AD66}" type="pres">
      <dgm:prSet presAssocID="{B73638F6-E4EE-4F30-BCF6-9143E731C907}" presName="bgRect" presStyleLbl="bgShp" presStyleIdx="2" presStyleCnt="3"/>
      <dgm:spPr/>
    </dgm:pt>
    <dgm:pt modelId="{D53D21AD-EB96-441C-8E03-F3C9D824F0ED}" type="pres">
      <dgm:prSet presAssocID="{B73638F6-E4EE-4F30-BCF6-9143E731C9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48F88DC-5313-452E-BA2D-7A3A4AF47B3B}" type="pres">
      <dgm:prSet presAssocID="{B73638F6-E4EE-4F30-BCF6-9143E731C907}" presName="spaceRect" presStyleCnt="0"/>
      <dgm:spPr/>
    </dgm:pt>
    <dgm:pt modelId="{489E50A5-EB7A-4297-837F-C9291F7957B2}" type="pres">
      <dgm:prSet presAssocID="{B73638F6-E4EE-4F30-BCF6-9143E731C90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643EF0F-6E7C-4A07-91CF-52C70CC5897A}" type="presOf" srcId="{55D58902-45CE-401B-A7D3-CDA2C0027919}" destId="{92F0DB33-ABF7-466E-8F08-7B72F45CF35B}" srcOrd="0" destOrd="0" presId="urn:microsoft.com/office/officeart/2018/2/layout/IconVerticalSolidList"/>
    <dgm:cxn modelId="{0DC14B59-177B-4F06-90E4-AE61673D625E}" type="presOf" srcId="{8FFD75C3-69BE-4CC7-873A-37DE5426C909}" destId="{95B7D9CE-671C-481D-B8AE-53C5256E1B8A}" srcOrd="0" destOrd="0" presId="urn:microsoft.com/office/officeart/2018/2/layout/IconVerticalSolidList"/>
    <dgm:cxn modelId="{C1CAFB8C-1890-4806-ADE8-B3FD98FCD03B}" srcId="{8FFD75C3-69BE-4CC7-873A-37DE5426C909}" destId="{B73638F6-E4EE-4F30-BCF6-9143E731C907}" srcOrd="2" destOrd="0" parTransId="{4880C938-A8C0-4F9A-8303-D60AC3AE98B8}" sibTransId="{283042AE-5F37-443C-8829-D55801794AEA}"/>
    <dgm:cxn modelId="{21EB489A-DB47-4FC8-A325-748734C238F8}" srcId="{8FFD75C3-69BE-4CC7-873A-37DE5426C909}" destId="{ADD1FDDD-2DD3-4962-9A33-D5FB2DA6029C}" srcOrd="0" destOrd="0" parTransId="{16A9BD30-4859-48E4-A880-E8855B73114D}" sibTransId="{B939F602-9BAD-406E-A48C-E782DAD4D071}"/>
    <dgm:cxn modelId="{66EFF8CA-0FED-4DEB-8185-6CE070034830}" type="presOf" srcId="{B73638F6-E4EE-4F30-BCF6-9143E731C907}" destId="{489E50A5-EB7A-4297-837F-C9291F7957B2}" srcOrd="0" destOrd="0" presId="urn:microsoft.com/office/officeart/2018/2/layout/IconVerticalSolidList"/>
    <dgm:cxn modelId="{2A6C0BCC-96AD-4762-B5CD-8CF2048AE615}" srcId="{8FFD75C3-69BE-4CC7-873A-37DE5426C909}" destId="{55D58902-45CE-401B-A7D3-CDA2C0027919}" srcOrd="1" destOrd="0" parTransId="{98D50018-5AB9-42EB-9A3F-4E0E36E58BB5}" sibTransId="{D97B0690-38F5-47C5-BACB-72165DD57F28}"/>
    <dgm:cxn modelId="{E04AFBD0-11C2-4BBF-9D5C-68F7BADA629C}" type="presOf" srcId="{ADD1FDDD-2DD3-4962-9A33-D5FB2DA6029C}" destId="{64034822-215B-48BD-A047-A8361DFD1819}" srcOrd="0" destOrd="0" presId="urn:microsoft.com/office/officeart/2018/2/layout/IconVerticalSolidList"/>
    <dgm:cxn modelId="{792D1677-D769-407B-9DEB-7D574164BAE4}" type="presParOf" srcId="{95B7D9CE-671C-481D-B8AE-53C5256E1B8A}" destId="{5F66C289-9A95-44A6-BE40-B31998CE549E}" srcOrd="0" destOrd="0" presId="urn:microsoft.com/office/officeart/2018/2/layout/IconVerticalSolidList"/>
    <dgm:cxn modelId="{0B9BDB37-286F-4214-899A-D77758E7ED17}" type="presParOf" srcId="{5F66C289-9A95-44A6-BE40-B31998CE549E}" destId="{75B02D23-DE1B-42CF-9702-6797AF84D7BC}" srcOrd="0" destOrd="0" presId="urn:microsoft.com/office/officeart/2018/2/layout/IconVerticalSolidList"/>
    <dgm:cxn modelId="{42865C3F-57EC-41E2-B83D-55095B1FEA38}" type="presParOf" srcId="{5F66C289-9A95-44A6-BE40-B31998CE549E}" destId="{48002BCC-0024-4AB4-9A6D-A1B63A48B397}" srcOrd="1" destOrd="0" presId="urn:microsoft.com/office/officeart/2018/2/layout/IconVerticalSolidList"/>
    <dgm:cxn modelId="{7792B237-23B1-4ECC-AC05-3DE0499D0C25}" type="presParOf" srcId="{5F66C289-9A95-44A6-BE40-B31998CE549E}" destId="{B56AAF3D-5C7C-4DBA-9511-A1B2E4418A1F}" srcOrd="2" destOrd="0" presId="urn:microsoft.com/office/officeart/2018/2/layout/IconVerticalSolidList"/>
    <dgm:cxn modelId="{98806B02-6A1E-47C7-89C4-7A15C5C40BFB}" type="presParOf" srcId="{5F66C289-9A95-44A6-BE40-B31998CE549E}" destId="{64034822-215B-48BD-A047-A8361DFD1819}" srcOrd="3" destOrd="0" presId="urn:microsoft.com/office/officeart/2018/2/layout/IconVerticalSolidList"/>
    <dgm:cxn modelId="{5D2EC8B5-3D3C-479E-989F-C5AB80CAA793}" type="presParOf" srcId="{95B7D9CE-671C-481D-B8AE-53C5256E1B8A}" destId="{231F4E1F-C0A7-48BD-A920-119B8B19D9ED}" srcOrd="1" destOrd="0" presId="urn:microsoft.com/office/officeart/2018/2/layout/IconVerticalSolidList"/>
    <dgm:cxn modelId="{1DB41E02-243C-4180-8390-5D04DCD2C1A1}" type="presParOf" srcId="{95B7D9CE-671C-481D-B8AE-53C5256E1B8A}" destId="{119F245C-4666-481C-8552-3249BAE83F03}" srcOrd="2" destOrd="0" presId="urn:microsoft.com/office/officeart/2018/2/layout/IconVerticalSolidList"/>
    <dgm:cxn modelId="{B87E1860-2957-4CA0-BA6A-D68C76EC31DA}" type="presParOf" srcId="{119F245C-4666-481C-8552-3249BAE83F03}" destId="{04D10653-E578-4D0C-80CB-75841ACAB15A}" srcOrd="0" destOrd="0" presId="urn:microsoft.com/office/officeart/2018/2/layout/IconVerticalSolidList"/>
    <dgm:cxn modelId="{6FDB40D0-D30E-44D8-92C4-2C41577DB513}" type="presParOf" srcId="{119F245C-4666-481C-8552-3249BAE83F03}" destId="{EE9A94CC-5AD5-410F-849C-F2F5B74AF889}" srcOrd="1" destOrd="0" presId="urn:microsoft.com/office/officeart/2018/2/layout/IconVerticalSolidList"/>
    <dgm:cxn modelId="{B6BE299D-543C-4746-8C9B-A74F3772EE82}" type="presParOf" srcId="{119F245C-4666-481C-8552-3249BAE83F03}" destId="{C09E1234-FC9B-4865-AF25-B4615DC564FE}" srcOrd="2" destOrd="0" presId="urn:microsoft.com/office/officeart/2018/2/layout/IconVerticalSolidList"/>
    <dgm:cxn modelId="{0962A861-A9D9-4EFE-8BAB-60FBECD8E89F}" type="presParOf" srcId="{119F245C-4666-481C-8552-3249BAE83F03}" destId="{92F0DB33-ABF7-466E-8F08-7B72F45CF35B}" srcOrd="3" destOrd="0" presId="urn:microsoft.com/office/officeart/2018/2/layout/IconVerticalSolidList"/>
    <dgm:cxn modelId="{E58C8D3A-B2FC-4C49-8D64-EE83463EDC9C}" type="presParOf" srcId="{95B7D9CE-671C-481D-B8AE-53C5256E1B8A}" destId="{9B3C21A1-C8A3-4307-A829-7D0D6ED98D3E}" srcOrd="3" destOrd="0" presId="urn:microsoft.com/office/officeart/2018/2/layout/IconVerticalSolidList"/>
    <dgm:cxn modelId="{8655757C-416A-4804-B28F-216B516AC977}" type="presParOf" srcId="{95B7D9CE-671C-481D-B8AE-53C5256E1B8A}" destId="{DC278EB7-C296-4560-9BFB-320214C5E815}" srcOrd="4" destOrd="0" presId="urn:microsoft.com/office/officeart/2018/2/layout/IconVerticalSolidList"/>
    <dgm:cxn modelId="{A35AF68C-0360-4BD9-BC5D-F5CAA5404D88}" type="presParOf" srcId="{DC278EB7-C296-4560-9BFB-320214C5E815}" destId="{D98F6D7C-4641-4DE7-A4D8-B55E19E4AD66}" srcOrd="0" destOrd="0" presId="urn:microsoft.com/office/officeart/2018/2/layout/IconVerticalSolidList"/>
    <dgm:cxn modelId="{113EBAA5-CF9D-43F0-BCB8-5808D952421F}" type="presParOf" srcId="{DC278EB7-C296-4560-9BFB-320214C5E815}" destId="{D53D21AD-EB96-441C-8E03-F3C9D824F0ED}" srcOrd="1" destOrd="0" presId="urn:microsoft.com/office/officeart/2018/2/layout/IconVerticalSolidList"/>
    <dgm:cxn modelId="{235C5CFB-B5FD-4A1E-825F-7ADFB6575DDA}" type="presParOf" srcId="{DC278EB7-C296-4560-9BFB-320214C5E815}" destId="{348F88DC-5313-452E-BA2D-7A3A4AF47B3B}" srcOrd="2" destOrd="0" presId="urn:microsoft.com/office/officeart/2018/2/layout/IconVerticalSolidList"/>
    <dgm:cxn modelId="{BC7F1FFA-86D9-4415-8269-C51FE31CA55E}" type="presParOf" srcId="{DC278EB7-C296-4560-9BFB-320214C5E815}" destId="{489E50A5-EB7A-4297-837F-C9291F7957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19C210-6599-40C4-A90C-F6786EEDC0EC}" type="doc">
      <dgm:prSet loTypeId="urn:microsoft.com/office/officeart/2018/5/layout/IconCircleLabelList" loCatId="icon" qsTypeId="urn:microsoft.com/office/officeart/2005/8/quickstyle/simple5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7D7553-3750-46DE-A965-B55961CE0FE1}">
      <dgm:prSet custT="1"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 sz="1600" b="1" u="none">
              <a:latin typeface="Times New Roman"/>
              <a:cs typeface="Times New Roman"/>
            </a:rPr>
            <a:t>Smart Offline Summarizer</a:t>
          </a:r>
          <a:r>
            <a:rPr lang="en-US" sz="1800" b="0">
              <a:latin typeface="Times New Roman"/>
              <a:cs typeface="Times New Roman"/>
            </a:rPr>
            <a:t> </a:t>
          </a:r>
          <a:r>
            <a:rPr lang="en-US" sz="1200" i="0" u="none">
              <a:latin typeface="Times New Roman"/>
              <a:cs typeface="Times New Roman"/>
            </a:rPr>
            <a:t>Generates concise summaries from notes</a:t>
          </a:r>
          <a:endParaRPr lang="en-US" sz="1200" b="0" u="none">
            <a:latin typeface="Times New Roman"/>
            <a:cs typeface="Times New Roman"/>
          </a:endParaRPr>
        </a:p>
      </dgm:t>
    </dgm:pt>
    <dgm:pt modelId="{622EC6DE-5E25-4FD1-80F6-9158157B6480}" type="parTrans" cxnId="{773F13F8-8ACF-4E61-8150-0D1584D40D6A}">
      <dgm:prSet/>
      <dgm:spPr/>
      <dgm:t>
        <a:bodyPr/>
        <a:lstStyle/>
        <a:p>
          <a:endParaRPr lang="en-US"/>
        </a:p>
      </dgm:t>
    </dgm:pt>
    <dgm:pt modelId="{EB829C2D-DB53-4948-91B9-56095E20B7A7}" type="sibTrans" cxnId="{773F13F8-8ACF-4E61-8150-0D1584D40D6A}">
      <dgm:prSet/>
      <dgm:spPr/>
      <dgm:t>
        <a:bodyPr/>
        <a:lstStyle/>
        <a:p>
          <a:endParaRPr lang="en-US"/>
        </a:p>
      </dgm:t>
    </dgm:pt>
    <dgm:pt modelId="{3628C586-3435-43F6-9FF3-3B634D0D62A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>
              <a:latin typeface="Times New Roman"/>
              <a:cs typeface="Times New Roman"/>
            </a:rPr>
            <a:t>AI Tone Changer    </a:t>
          </a:r>
          <a:r>
            <a:rPr lang="en-US" sz="1800" b="1">
              <a:latin typeface="Times New Roman"/>
              <a:cs typeface="Times New Roman"/>
            </a:rPr>
            <a:t>                                </a:t>
          </a:r>
          <a:r>
            <a:rPr lang="en-US" sz="1800">
              <a:latin typeface="Times New Roman"/>
              <a:cs typeface="Times New Roman"/>
            </a:rPr>
            <a:t>                      </a:t>
          </a:r>
          <a:r>
            <a:rPr lang="en-US" sz="1200">
              <a:latin typeface="Times New Roman"/>
              <a:cs typeface="Times New Roman"/>
            </a:rPr>
            <a:t>Rewrites notes in Professional or Academic style</a:t>
          </a:r>
        </a:p>
      </dgm:t>
    </dgm:pt>
    <dgm:pt modelId="{96B980A8-4DE7-4050-8B22-556EF46941D8}" type="parTrans" cxnId="{8593E568-952D-4F8D-B27A-CA373F2D9C99}">
      <dgm:prSet/>
      <dgm:spPr/>
      <dgm:t>
        <a:bodyPr/>
        <a:lstStyle/>
        <a:p>
          <a:endParaRPr lang="en-US"/>
        </a:p>
      </dgm:t>
    </dgm:pt>
    <dgm:pt modelId="{C8C4AD64-ECD9-46BE-AA9F-C4BA46EF6706}" type="sibTrans" cxnId="{8593E568-952D-4F8D-B27A-CA373F2D9C99}">
      <dgm:prSet/>
      <dgm:spPr/>
      <dgm:t>
        <a:bodyPr/>
        <a:lstStyle/>
        <a:p>
          <a:endParaRPr lang="en-US"/>
        </a:p>
      </dgm:t>
    </dgm:pt>
    <dgm:pt modelId="{44A7A5C2-25E2-4BF3-AD46-4FEAA1DDDC0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1">
              <a:latin typeface="Times New Roman"/>
              <a:cs typeface="Times New Roman"/>
            </a:rPr>
            <a:t>Performance Benchmarking</a:t>
          </a:r>
          <a:r>
            <a:rPr lang="en-US" sz="1400">
              <a:latin typeface="Times New Roman"/>
              <a:cs typeface="Times New Roman"/>
            </a:rPr>
            <a:t> </a:t>
          </a:r>
          <a:r>
            <a:rPr lang="en-US" sz="1800">
              <a:latin typeface="Times New Roman"/>
              <a:cs typeface="Times New Roman"/>
            </a:rPr>
            <a:t>                            </a:t>
          </a:r>
          <a:r>
            <a:rPr lang="en-US" sz="1200">
              <a:latin typeface="Times New Roman"/>
              <a:cs typeface="Times New Roman"/>
            </a:rPr>
            <a:t>Measures latency, throughput, and heap usage</a:t>
          </a:r>
        </a:p>
      </dgm:t>
    </dgm:pt>
    <dgm:pt modelId="{36E518EB-557A-4F14-B806-509D46971FD0}" type="parTrans" cxnId="{2AA94421-8C95-4BCD-905F-312844ED1B12}">
      <dgm:prSet/>
      <dgm:spPr/>
      <dgm:t>
        <a:bodyPr/>
        <a:lstStyle/>
        <a:p>
          <a:endParaRPr lang="en-US"/>
        </a:p>
      </dgm:t>
    </dgm:pt>
    <dgm:pt modelId="{87488192-A863-446D-81DB-661CCE0875C4}" type="sibTrans" cxnId="{2AA94421-8C95-4BCD-905F-312844ED1B12}">
      <dgm:prSet/>
      <dgm:spPr/>
      <dgm:t>
        <a:bodyPr/>
        <a:lstStyle/>
        <a:p>
          <a:endParaRPr lang="en-US"/>
        </a:p>
      </dgm:t>
    </dgm:pt>
    <dgm:pt modelId="{F2079D1F-C464-47C0-A09F-72245A25B53F}" type="pres">
      <dgm:prSet presAssocID="{BE19C210-6599-40C4-A90C-F6786EEDC0EC}" presName="root" presStyleCnt="0">
        <dgm:presLayoutVars>
          <dgm:dir/>
          <dgm:resizeHandles val="exact"/>
        </dgm:presLayoutVars>
      </dgm:prSet>
      <dgm:spPr/>
    </dgm:pt>
    <dgm:pt modelId="{719DF4A9-2A0B-4F53-A1C6-626CEF10E370}" type="pres">
      <dgm:prSet presAssocID="{0B7D7553-3750-46DE-A965-B55961CE0FE1}" presName="compNode" presStyleCnt="0"/>
      <dgm:spPr/>
    </dgm:pt>
    <dgm:pt modelId="{3D0B7B91-3309-4C16-B646-9A190B707F80}" type="pres">
      <dgm:prSet presAssocID="{0B7D7553-3750-46DE-A965-B55961CE0FE1}" presName="iconBgRect" presStyleLbl="bgShp" presStyleIdx="0" presStyleCnt="3"/>
      <dgm:spPr/>
    </dgm:pt>
    <dgm:pt modelId="{B130FCFD-DD32-4EC1-9045-3EA691CBA672}" type="pres">
      <dgm:prSet presAssocID="{0B7D7553-3750-46DE-A965-B55961CE0F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18D1DCAC-9C8D-4712-811E-156109B5B600}" type="pres">
      <dgm:prSet presAssocID="{0B7D7553-3750-46DE-A965-B55961CE0FE1}" presName="spaceRect" presStyleCnt="0"/>
      <dgm:spPr/>
    </dgm:pt>
    <dgm:pt modelId="{0C739847-256F-4318-B139-245A1B47D320}" type="pres">
      <dgm:prSet presAssocID="{0B7D7553-3750-46DE-A965-B55961CE0FE1}" presName="textRect" presStyleLbl="revTx" presStyleIdx="0" presStyleCnt="3">
        <dgm:presLayoutVars>
          <dgm:chMax val="1"/>
          <dgm:chPref val="1"/>
        </dgm:presLayoutVars>
      </dgm:prSet>
      <dgm:spPr/>
    </dgm:pt>
    <dgm:pt modelId="{420E57A1-EF88-4952-B6DC-8600BF8671C0}" type="pres">
      <dgm:prSet presAssocID="{EB829C2D-DB53-4948-91B9-56095E20B7A7}" presName="sibTrans" presStyleCnt="0"/>
      <dgm:spPr/>
    </dgm:pt>
    <dgm:pt modelId="{79E26928-F8D9-4648-80A1-234E8BDF247B}" type="pres">
      <dgm:prSet presAssocID="{3628C586-3435-43F6-9FF3-3B634D0D62A0}" presName="compNode" presStyleCnt="0"/>
      <dgm:spPr/>
    </dgm:pt>
    <dgm:pt modelId="{C617C29C-151D-4B3D-8474-0D51E60D26B1}" type="pres">
      <dgm:prSet presAssocID="{3628C586-3435-43F6-9FF3-3B634D0D62A0}" presName="iconBgRect" presStyleLbl="bgShp" presStyleIdx="1" presStyleCnt="3"/>
      <dgm:spPr/>
    </dgm:pt>
    <dgm:pt modelId="{B2EBE3C4-8A89-4CAB-AA6A-A564C07A7859}" type="pres">
      <dgm:prSet presAssocID="{3628C586-3435-43F6-9FF3-3B634D0D62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E0A1739-6E4F-48B4-BC81-9019B688C22C}" type="pres">
      <dgm:prSet presAssocID="{3628C586-3435-43F6-9FF3-3B634D0D62A0}" presName="spaceRect" presStyleCnt="0"/>
      <dgm:spPr/>
    </dgm:pt>
    <dgm:pt modelId="{4C838278-DADC-4B15-AD86-876CC6F7DC42}" type="pres">
      <dgm:prSet presAssocID="{3628C586-3435-43F6-9FF3-3B634D0D62A0}" presName="textRect" presStyleLbl="revTx" presStyleIdx="1" presStyleCnt="3">
        <dgm:presLayoutVars>
          <dgm:chMax val="1"/>
          <dgm:chPref val="1"/>
        </dgm:presLayoutVars>
      </dgm:prSet>
      <dgm:spPr/>
    </dgm:pt>
    <dgm:pt modelId="{1925F6D5-FBC1-46E8-BBEC-571A806451F3}" type="pres">
      <dgm:prSet presAssocID="{C8C4AD64-ECD9-46BE-AA9F-C4BA46EF6706}" presName="sibTrans" presStyleCnt="0"/>
      <dgm:spPr/>
    </dgm:pt>
    <dgm:pt modelId="{29725729-8FFD-4116-9500-DBF4516A7067}" type="pres">
      <dgm:prSet presAssocID="{44A7A5C2-25E2-4BF3-AD46-4FEAA1DDDC0E}" presName="compNode" presStyleCnt="0"/>
      <dgm:spPr/>
    </dgm:pt>
    <dgm:pt modelId="{9377F867-B2B3-42CC-BB0F-4ECC17F621E4}" type="pres">
      <dgm:prSet presAssocID="{44A7A5C2-25E2-4BF3-AD46-4FEAA1DDDC0E}" presName="iconBgRect" presStyleLbl="bgShp" presStyleIdx="2" presStyleCnt="3"/>
      <dgm:spPr/>
    </dgm:pt>
    <dgm:pt modelId="{D87F1F3B-B4D2-4445-B2FF-3A3C3BCA2674}" type="pres">
      <dgm:prSet presAssocID="{44A7A5C2-25E2-4BF3-AD46-4FEAA1DDDC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0B24EA7-B3ED-49B4-835A-EC0E0C72F847}" type="pres">
      <dgm:prSet presAssocID="{44A7A5C2-25E2-4BF3-AD46-4FEAA1DDDC0E}" presName="spaceRect" presStyleCnt="0"/>
      <dgm:spPr/>
    </dgm:pt>
    <dgm:pt modelId="{8F3E15A6-8906-443B-9973-613FD32CDFC5}" type="pres">
      <dgm:prSet presAssocID="{44A7A5C2-25E2-4BF3-AD46-4FEAA1DDDC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A94421-8C95-4BCD-905F-312844ED1B12}" srcId="{BE19C210-6599-40C4-A90C-F6786EEDC0EC}" destId="{44A7A5C2-25E2-4BF3-AD46-4FEAA1DDDC0E}" srcOrd="2" destOrd="0" parTransId="{36E518EB-557A-4F14-B806-509D46971FD0}" sibTransId="{87488192-A863-446D-81DB-661CCE0875C4}"/>
    <dgm:cxn modelId="{8593E568-952D-4F8D-B27A-CA373F2D9C99}" srcId="{BE19C210-6599-40C4-A90C-F6786EEDC0EC}" destId="{3628C586-3435-43F6-9FF3-3B634D0D62A0}" srcOrd="1" destOrd="0" parTransId="{96B980A8-4DE7-4050-8B22-556EF46941D8}" sibTransId="{C8C4AD64-ECD9-46BE-AA9F-C4BA46EF6706}"/>
    <dgm:cxn modelId="{2E663276-3D15-4C19-97E6-CCF3433566DD}" type="presOf" srcId="{44A7A5C2-25E2-4BF3-AD46-4FEAA1DDDC0E}" destId="{8F3E15A6-8906-443B-9973-613FD32CDFC5}" srcOrd="0" destOrd="0" presId="urn:microsoft.com/office/officeart/2018/5/layout/IconCircleLabelList"/>
    <dgm:cxn modelId="{0DA33781-CBFD-447C-A781-E77FCB78DCA3}" type="presOf" srcId="{BE19C210-6599-40C4-A90C-F6786EEDC0EC}" destId="{F2079D1F-C464-47C0-A09F-72245A25B53F}" srcOrd="0" destOrd="0" presId="urn:microsoft.com/office/officeart/2018/5/layout/IconCircleLabelList"/>
    <dgm:cxn modelId="{C53A32CA-71B8-468D-92BC-6CF9C3419941}" type="presOf" srcId="{0B7D7553-3750-46DE-A965-B55961CE0FE1}" destId="{0C739847-256F-4318-B139-245A1B47D320}" srcOrd="0" destOrd="0" presId="urn:microsoft.com/office/officeart/2018/5/layout/IconCircleLabelList"/>
    <dgm:cxn modelId="{FA6F77F3-5BA8-4FAC-926B-1F5B502A368C}" type="presOf" srcId="{3628C586-3435-43F6-9FF3-3B634D0D62A0}" destId="{4C838278-DADC-4B15-AD86-876CC6F7DC42}" srcOrd="0" destOrd="0" presId="urn:microsoft.com/office/officeart/2018/5/layout/IconCircleLabelList"/>
    <dgm:cxn modelId="{773F13F8-8ACF-4E61-8150-0D1584D40D6A}" srcId="{BE19C210-6599-40C4-A90C-F6786EEDC0EC}" destId="{0B7D7553-3750-46DE-A965-B55961CE0FE1}" srcOrd="0" destOrd="0" parTransId="{622EC6DE-5E25-4FD1-80F6-9158157B6480}" sibTransId="{EB829C2D-DB53-4948-91B9-56095E20B7A7}"/>
    <dgm:cxn modelId="{194C5308-384E-4251-8C9B-11A302FA0741}" type="presParOf" srcId="{F2079D1F-C464-47C0-A09F-72245A25B53F}" destId="{719DF4A9-2A0B-4F53-A1C6-626CEF10E370}" srcOrd="0" destOrd="0" presId="urn:microsoft.com/office/officeart/2018/5/layout/IconCircleLabelList"/>
    <dgm:cxn modelId="{8FFDD4CB-C168-4CC6-AA56-E32BB8FC8858}" type="presParOf" srcId="{719DF4A9-2A0B-4F53-A1C6-626CEF10E370}" destId="{3D0B7B91-3309-4C16-B646-9A190B707F80}" srcOrd="0" destOrd="0" presId="urn:microsoft.com/office/officeart/2018/5/layout/IconCircleLabelList"/>
    <dgm:cxn modelId="{8F1E3D02-F778-4B9F-8A12-17C0DBD39028}" type="presParOf" srcId="{719DF4A9-2A0B-4F53-A1C6-626CEF10E370}" destId="{B130FCFD-DD32-4EC1-9045-3EA691CBA672}" srcOrd="1" destOrd="0" presId="urn:microsoft.com/office/officeart/2018/5/layout/IconCircleLabelList"/>
    <dgm:cxn modelId="{DCAFB073-6632-4EA3-8738-561FEF2A1C5F}" type="presParOf" srcId="{719DF4A9-2A0B-4F53-A1C6-626CEF10E370}" destId="{18D1DCAC-9C8D-4712-811E-156109B5B600}" srcOrd="2" destOrd="0" presId="urn:microsoft.com/office/officeart/2018/5/layout/IconCircleLabelList"/>
    <dgm:cxn modelId="{CED3E932-ACA6-4CA2-9C9D-FB2F6B7453F7}" type="presParOf" srcId="{719DF4A9-2A0B-4F53-A1C6-626CEF10E370}" destId="{0C739847-256F-4318-B139-245A1B47D320}" srcOrd="3" destOrd="0" presId="urn:microsoft.com/office/officeart/2018/5/layout/IconCircleLabelList"/>
    <dgm:cxn modelId="{53E7C078-2244-4881-915F-22C3744579E0}" type="presParOf" srcId="{F2079D1F-C464-47C0-A09F-72245A25B53F}" destId="{420E57A1-EF88-4952-B6DC-8600BF8671C0}" srcOrd="1" destOrd="0" presId="urn:microsoft.com/office/officeart/2018/5/layout/IconCircleLabelList"/>
    <dgm:cxn modelId="{F2852164-898A-40AF-9A30-7256D8F6FF40}" type="presParOf" srcId="{F2079D1F-C464-47C0-A09F-72245A25B53F}" destId="{79E26928-F8D9-4648-80A1-234E8BDF247B}" srcOrd="2" destOrd="0" presId="urn:microsoft.com/office/officeart/2018/5/layout/IconCircleLabelList"/>
    <dgm:cxn modelId="{ED1086B6-390B-4F8E-B709-8BCA841303BB}" type="presParOf" srcId="{79E26928-F8D9-4648-80A1-234E8BDF247B}" destId="{C617C29C-151D-4B3D-8474-0D51E60D26B1}" srcOrd="0" destOrd="0" presId="urn:microsoft.com/office/officeart/2018/5/layout/IconCircleLabelList"/>
    <dgm:cxn modelId="{AA9899E0-8877-4DDE-A41D-F7DA191D4B1F}" type="presParOf" srcId="{79E26928-F8D9-4648-80A1-234E8BDF247B}" destId="{B2EBE3C4-8A89-4CAB-AA6A-A564C07A7859}" srcOrd="1" destOrd="0" presId="urn:microsoft.com/office/officeart/2018/5/layout/IconCircleLabelList"/>
    <dgm:cxn modelId="{7FA48C73-B890-4FED-8CBF-5F6F85F6A8DD}" type="presParOf" srcId="{79E26928-F8D9-4648-80A1-234E8BDF247B}" destId="{3E0A1739-6E4F-48B4-BC81-9019B688C22C}" srcOrd="2" destOrd="0" presId="urn:microsoft.com/office/officeart/2018/5/layout/IconCircleLabelList"/>
    <dgm:cxn modelId="{DA38CE2C-DC87-494D-9F51-3F4F7458445A}" type="presParOf" srcId="{79E26928-F8D9-4648-80A1-234E8BDF247B}" destId="{4C838278-DADC-4B15-AD86-876CC6F7DC42}" srcOrd="3" destOrd="0" presId="urn:microsoft.com/office/officeart/2018/5/layout/IconCircleLabelList"/>
    <dgm:cxn modelId="{31CBF8BF-67D9-467C-AC21-A214F4F62743}" type="presParOf" srcId="{F2079D1F-C464-47C0-A09F-72245A25B53F}" destId="{1925F6D5-FBC1-46E8-BBEC-571A806451F3}" srcOrd="3" destOrd="0" presId="urn:microsoft.com/office/officeart/2018/5/layout/IconCircleLabelList"/>
    <dgm:cxn modelId="{4E398E6D-2E85-470C-B2D7-EC11B96BA664}" type="presParOf" srcId="{F2079D1F-C464-47C0-A09F-72245A25B53F}" destId="{29725729-8FFD-4116-9500-DBF4516A7067}" srcOrd="4" destOrd="0" presId="urn:microsoft.com/office/officeart/2018/5/layout/IconCircleLabelList"/>
    <dgm:cxn modelId="{4F2C65DD-FA1C-4AAF-BEB9-8065D406C4B8}" type="presParOf" srcId="{29725729-8FFD-4116-9500-DBF4516A7067}" destId="{9377F867-B2B3-42CC-BB0F-4ECC17F621E4}" srcOrd="0" destOrd="0" presId="urn:microsoft.com/office/officeart/2018/5/layout/IconCircleLabelList"/>
    <dgm:cxn modelId="{B913C7D8-38A8-4130-87CD-B703E77F41A0}" type="presParOf" srcId="{29725729-8FFD-4116-9500-DBF4516A7067}" destId="{D87F1F3B-B4D2-4445-B2FF-3A3C3BCA2674}" srcOrd="1" destOrd="0" presId="urn:microsoft.com/office/officeart/2018/5/layout/IconCircleLabelList"/>
    <dgm:cxn modelId="{412181F5-D011-4500-A23A-0B7839B4A321}" type="presParOf" srcId="{29725729-8FFD-4116-9500-DBF4516A7067}" destId="{F0B24EA7-B3ED-49B4-835A-EC0E0C72F847}" srcOrd="2" destOrd="0" presId="urn:microsoft.com/office/officeart/2018/5/layout/IconCircleLabelList"/>
    <dgm:cxn modelId="{E39A4426-C634-45F7-9587-A2E667FC952B}" type="presParOf" srcId="{29725729-8FFD-4116-9500-DBF4516A7067}" destId="{8F3E15A6-8906-443B-9973-613FD32CDFC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28C64D-C515-4217-9E29-C5ECB4767FF6}" type="doc">
      <dgm:prSet loTypeId="urn:microsoft.com/office/officeart/2005/8/layout/process2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805FE0-479B-4DD9-AC2A-58C1E8C7B6F6}">
      <dgm:prSet phldrT="[Text]" phldr="0" custT="1"/>
      <dgm:spPr/>
      <dgm:t>
        <a:bodyPr/>
        <a:lstStyle/>
        <a:p>
          <a:pPr rtl="0"/>
          <a:r>
            <a:rPr lang="en-US" sz="1600" b="1">
              <a:latin typeface="Times New Roman"/>
              <a:cs typeface="Times New Roman"/>
            </a:rPr>
            <a:t>Enhanced Jotter</a:t>
          </a:r>
        </a:p>
      </dgm:t>
    </dgm:pt>
    <dgm:pt modelId="{BC55EE42-8E17-44AE-99D3-E15416AAF637}" type="parTrans" cxnId="{D7E3CFD6-4FA4-4581-9AEE-723BBB599417}">
      <dgm:prSet/>
      <dgm:spPr/>
    </dgm:pt>
    <dgm:pt modelId="{5BA8CFBF-E9A8-4DA6-9B3F-C90626816569}" type="sibTrans" cxnId="{D7E3CFD6-4FA4-4581-9AEE-723BBB599417}">
      <dgm:prSet/>
      <dgm:spPr/>
      <dgm:t>
        <a:bodyPr/>
        <a:lstStyle/>
        <a:p>
          <a:endParaRPr lang="en-US"/>
        </a:p>
      </dgm:t>
    </dgm:pt>
    <dgm:pt modelId="{400AD5AD-E57A-4E3B-9F16-3E25503F40B3}">
      <dgm:prSet phldrT="[Text]" phldr="0" custT="1"/>
      <dgm:spPr/>
      <dgm:t>
        <a:bodyPr/>
        <a:lstStyle/>
        <a:p>
          <a:pPr algn="l"/>
          <a:r>
            <a:rPr lang="en-US" sz="1400" b="1">
              <a:latin typeface="Times New Roman"/>
              <a:cs typeface="Times New Roman"/>
            </a:rPr>
            <a:t>Smart offline summarization</a:t>
          </a:r>
        </a:p>
      </dgm:t>
    </dgm:pt>
    <dgm:pt modelId="{E441706B-1147-48CD-9815-4C3ED65BDA72}" type="parTrans" cxnId="{AD653632-9F8D-42A2-81B8-3851F963F605}">
      <dgm:prSet/>
      <dgm:spPr/>
    </dgm:pt>
    <dgm:pt modelId="{F3B69EFD-0D08-4286-825F-EF37BBBB9B6C}" type="sibTrans" cxnId="{AD653632-9F8D-42A2-81B8-3851F963F605}">
      <dgm:prSet/>
      <dgm:spPr/>
      <dgm:t>
        <a:bodyPr/>
        <a:lstStyle/>
        <a:p>
          <a:endParaRPr lang="en-US"/>
        </a:p>
      </dgm:t>
    </dgm:pt>
    <dgm:pt modelId="{B326940A-C6C2-4BCB-92CB-FB4A6C025550}">
      <dgm:prSet phldrT="[Text]" phldr="0" custT="1"/>
      <dgm:spPr/>
      <dgm:t>
        <a:bodyPr/>
        <a:lstStyle/>
        <a:p>
          <a:pPr algn="l" rtl="0"/>
          <a:r>
            <a:rPr lang="en-US" sz="1400" b="1">
              <a:latin typeface="Times New Roman"/>
              <a:cs typeface="Times New Roman"/>
            </a:rPr>
            <a:t>Tone rewriting</a:t>
          </a:r>
        </a:p>
      </dgm:t>
    </dgm:pt>
    <dgm:pt modelId="{F19AAA9C-975F-4CC7-82A3-3854CFCE18C6}" type="parTrans" cxnId="{C0C109D8-239F-475F-8A4F-4D60F0689083}">
      <dgm:prSet/>
      <dgm:spPr/>
    </dgm:pt>
    <dgm:pt modelId="{7C3F4964-A542-4A27-BFFC-92750A4BDA96}" type="sibTrans" cxnId="{C0C109D8-239F-475F-8A4F-4D60F0689083}">
      <dgm:prSet/>
      <dgm:spPr/>
      <dgm:t>
        <a:bodyPr/>
        <a:lstStyle/>
        <a:p>
          <a:endParaRPr lang="en-US"/>
        </a:p>
      </dgm:t>
    </dgm:pt>
    <dgm:pt modelId="{75265799-6762-4ADD-9558-FCC45D3F8DA1}">
      <dgm:prSet phldrT="[Text]" phldr="0" custT="1"/>
      <dgm:spPr/>
      <dgm:t>
        <a:bodyPr/>
        <a:lstStyle/>
        <a:p>
          <a:pPr algn="l" rtl="0"/>
          <a:r>
            <a:rPr lang="en-US" sz="1400" b="1">
              <a:latin typeface="Times New Roman"/>
              <a:cs typeface="Times New Roman"/>
            </a:rPr>
            <a:t>Performance benchmark metrics</a:t>
          </a:r>
        </a:p>
      </dgm:t>
    </dgm:pt>
    <dgm:pt modelId="{FBA4173D-297E-4406-AA99-2C765EFA9F2B}" type="parTrans" cxnId="{BABFC7CD-763E-49BC-BB5F-D4072DFF5EE8}">
      <dgm:prSet/>
      <dgm:spPr/>
    </dgm:pt>
    <dgm:pt modelId="{0A7A54F0-52F7-4466-8EA3-9CAB5DFCA85F}" type="sibTrans" cxnId="{BABFC7CD-763E-49BC-BB5F-D4072DFF5EE8}">
      <dgm:prSet/>
      <dgm:spPr/>
      <dgm:t>
        <a:bodyPr/>
        <a:lstStyle/>
        <a:p>
          <a:endParaRPr lang="en-US"/>
        </a:p>
      </dgm:t>
    </dgm:pt>
    <dgm:pt modelId="{6E7D02F5-3C7D-4C61-9912-B75051931500}">
      <dgm:prSet phldrT="[Text]" phldr="0" custT="1"/>
      <dgm:spPr/>
      <dgm:t>
        <a:bodyPr/>
        <a:lstStyle/>
        <a:p>
          <a:pPr algn="l" rtl="0"/>
          <a:r>
            <a:rPr lang="en-US" sz="1400" b="1">
              <a:latin typeface="Times New Roman"/>
              <a:cs typeface="Times New Roman"/>
            </a:rPr>
            <a:t>Offline, on-device execution</a:t>
          </a:r>
        </a:p>
      </dgm:t>
    </dgm:pt>
    <dgm:pt modelId="{D106BB7D-E035-4F73-AE19-80A31DBF7FA4}" type="parTrans" cxnId="{439072F3-C700-45BD-B26C-1405882825FF}">
      <dgm:prSet/>
      <dgm:spPr/>
    </dgm:pt>
    <dgm:pt modelId="{0FC7080F-3F32-4E72-B13F-A0B1C2BCEC77}" type="sibTrans" cxnId="{439072F3-C700-45BD-B26C-1405882825FF}">
      <dgm:prSet/>
      <dgm:spPr/>
      <dgm:t>
        <a:bodyPr/>
        <a:lstStyle/>
        <a:p>
          <a:endParaRPr lang="en-US"/>
        </a:p>
      </dgm:t>
    </dgm:pt>
    <dgm:pt modelId="{688F85E7-0D37-4AF5-BF9F-BC2555752574}" type="pres">
      <dgm:prSet presAssocID="{F428C64D-C515-4217-9E29-C5ECB4767FF6}" presName="linearFlow" presStyleCnt="0">
        <dgm:presLayoutVars>
          <dgm:resizeHandles val="exact"/>
        </dgm:presLayoutVars>
      </dgm:prSet>
      <dgm:spPr/>
    </dgm:pt>
    <dgm:pt modelId="{EA47174F-1DE9-45F7-8808-CB683F4CF0E3}" type="pres">
      <dgm:prSet presAssocID="{12805FE0-479B-4DD9-AC2A-58C1E8C7B6F6}" presName="node" presStyleLbl="node1" presStyleIdx="0" presStyleCnt="5">
        <dgm:presLayoutVars>
          <dgm:bulletEnabled val="1"/>
        </dgm:presLayoutVars>
      </dgm:prSet>
      <dgm:spPr/>
    </dgm:pt>
    <dgm:pt modelId="{D1B8417F-207E-46D7-80DB-0182169E84B8}" type="pres">
      <dgm:prSet presAssocID="{5BA8CFBF-E9A8-4DA6-9B3F-C90626816569}" presName="sibTrans" presStyleLbl="sibTrans2D1" presStyleIdx="0" presStyleCnt="4"/>
      <dgm:spPr/>
    </dgm:pt>
    <dgm:pt modelId="{AC7CFE60-BA49-4AD6-A7A1-EEBCB858FABC}" type="pres">
      <dgm:prSet presAssocID="{5BA8CFBF-E9A8-4DA6-9B3F-C90626816569}" presName="connectorText" presStyleLbl="sibTrans2D1" presStyleIdx="0" presStyleCnt="4"/>
      <dgm:spPr/>
    </dgm:pt>
    <dgm:pt modelId="{24218D17-FE1C-4FAA-9C38-8B11FE782796}" type="pres">
      <dgm:prSet presAssocID="{400AD5AD-E57A-4E3B-9F16-3E25503F40B3}" presName="node" presStyleLbl="node1" presStyleIdx="1" presStyleCnt="5">
        <dgm:presLayoutVars>
          <dgm:bulletEnabled val="1"/>
        </dgm:presLayoutVars>
      </dgm:prSet>
      <dgm:spPr/>
    </dgm:pt>
    <dgm:pt modelId="{28BE0D86-BECC-4118-BD06-3D9B392238C5}" type="pres">
      <dgm:prSet presAssocID="{F3B69EFD-0D08-4286-825F-EF37BBBB9B6C}" presName="sibTrans" presStyleLbl="sibTrans2D1" presStyleIdx="1" presStyleCnt="4"/>
      <dgm:spPr/>
    </dgm:pt>
    <dgm:pt modelId="{7C6956AA-133C-4B88-AB71-18879DB04F8B}" type="pres">
      <dgm:prSet presAssocID="{F3B69EFD-0D08-4286-825F-EF37BBBB9B6C}" presName="connectorText" presStyleLbl="sibTrans2D1" presStyleIdx="1" presStyleCnt="4"/>
      <dgm:spPr/>
    </dgm:pt>
    <dgm:pt modelId="{96589D4B-CAF6-4F1E-8F77-DA51FF5EEB6A}" type="pres">
      <dgm:prSet presAssocID="{B326940A-C6C2-4BCB-92CB-FB4A6C025550}" presName="node" presStyleLbl="node1" presStyleIdx="2" presStyleCnt="5">
        <dgm:presLayoutVars>
          <dgm:bulletEnabled val="1"/>
        </dgm:presLayoutVars>
      </dgm:prSet>
      <dgm:spPr/>
    </dgm:pt>
    <dgm:pt modelId="{C0D919EF-AA21-4A9D-8E71-21CDCD20AAC6}" type="pres">
      <dgm:prSet presAssocID="{7C3F4964-A542-4A27-BFFC-92750A4BDA96}" presName="sibTrans" presStyleLbl="sibTrans2D1" presStyleIdx="2" presStyleCnt="4"/>
      <dgm:spPr/>
    </dgm:pt>
    <dgm:pt modelId="{BBBD3B49-463A-4B9D-8F57-437A17EFD3FA}" type="pres">
      <dgm:prSet presAssocID="{7C3F4964-A542-4A27-BFFC-92750A4BDA96}" presName="connectorText" presStyleLbl="sibTrans2D1" presStyleIdx="2" presStyleCnt="4"/>
      <dgm:spPr/>
    </dgm:pt>
    <dgm:pt modelId="{E0C863DC-C278-4B61-AD93-B947F843FFAA}" type="pres">
      <dgm:prSet presAssocID="{75265799-6762-4ADD-9558-FCC45D3F8DA1}" presName="node" presStyleLbl="node1" presStyleIdx="3" presStyleCnt="5">
        <dgm:presLayoutVars>
          <dgm:bulletEnabled val="1"/>
        </dgm:presLayoutVars>
      </dgm:prSet>
      <dgm:spPr/>
    </dgm:pt>
    <dgm:pt modelId="{AB27F3EC-4D88-4793-BFAF-BB9FE2CC3F81}" type="pres">
      <dgm:prSet presAssocID="{0A7A54F0-52F7-4466-8EA3-9CAB5DFCA85F}" presName="sibTrans" presStyleLbl="sibTrans2D1" presStyleIdx="3" presStyleCnt="4"/>
      <dgm:spPr/>
    </dgm:pt>
    <dgm:pt modelId="{0F686991-024D-42F6-8858-E2D65E785961}" type="pres">
      <dgm:prSet presAssocID="{0A7A54F0-52F7-4466-8EA3-9CAB5DFCA85F}" presName="connectorText" presStyleLbl="sibTrans2D1" presStyleIdx="3" presStyleCnt="4"/>
      <dgm:spPr/>
    </dgm:pt>
    <dgm:pt modelId="{F0745766-D3ED-49C6-8AB0-34734083747B}" type="pres">
      <dgm:prSet presAssocID="{6E7D02F5-3C7D-4C61-9912-B75051931500}" presName="node" presStyleLbl="node1" presStyleIdx="4" presStyleCnt="5">
        <dgm:presLayoutVars>
          <dgm:bulletEnabled val="1"/>
        </dgm:presLayoutVars>
      </dgm:prSet>
      <dgm:spPr/>
    </dgm:pt>
  </dgm:ptLst>
  <dgm:cxnLst>
    <dgm:cxn modelId="{9E7D9B00-2B0B-4B3B-943E-84C00527776F}" type="presOf" srcId="{6E7D02F5-3C7D-4C61-9912-B75051931500}" destId="{F0745766-D3ED-49C6-8AB0-34734083747B}" srcOrd="0" destOrd="0" presId="urn:microsoft.com/office/officeart/2005/8/layout/process2"/>
    <dgm:cxn modelId="{5501930A-9AA8-4A1B-9514-A196C995BA2D}" type="presOf" srcId="{400AD5AD-E57A-4E3B-9F16-3E25503F40B3}" destId="{24218D17-FE1C-4FAA-9C38-8B11FE782796}" srcOrd="0" destOrd="0" presId="urn:microsoft.com/office/officeart/2005/8/layout/process2"/>
    <dgm:cxn modelId="{E3499C0C-DF66-42C7-9C90-51421A4BBB43}" type="presOf" srcId="{B326940A-C6C2-4BCB-92CB-FB4A6C025550}" destId="{96589D4B-CAF6-4F1E-8F77-DA51FF5EEB6A}" srcOrd="0" destOrd="0" presId="urn:microsoft.com/office/officeart/2005/8/layout/process2"/>
    <dgm:cxn modelId="{13CD1827-7437-4923-AA08-D4F177DAA707}" type="presOf" srcId="{7C3F4964-A542-4A27-BFFC-92750A4BDA96}" destId="{C0D919EF-AA21-4A9D-8E71-21CDCD20AAC6}" srcOrd="0" destOrd="0" presId="urn:microsoft.com/office/officeart/2005/8/layout/process2"/>
    <dgm:cxn modelId="{AD653632-9F8D-42A2-81B8-3851F963F605}" srcId="{F428C64D-C515-4217-9E29-C5ECB4767FF6}" destId="{400AD5AD-E57A-4E3B-9F16-3E25503F40B3}" srcOrd="1" destOrd="0" parTransId="{E441706B-1147-48CD-9815-4C3ED65BDA72}" sibTransId="{F3B69EFD-0D08-4286-825F-EF37BBBB9B6C}"/>
    <dgm:cxn modelId="{B9915232-8C73-41F8-8E41-9775D517B638}" type="presOf" srcId="{7C3F4964-A542-4A27-BFFC-92750A4BDA96}" destId="{BBBD3B49-463A-4B9D-8F57-437A17EFD3FA}" srcOrd="1" destOrd="0" presId="urn:microsoft.com/office/officeart/2005/8/layout/process2"/>
    <dgm:cxn modelId="{05443A3A-86BC-4632-8808-A097592B4CF3}" type="presOf" srcId="{F3B69EFD-0D08-4286-825F-EF37BBBB9B6C}" destId="{7C6956AA-133C-4B88-AB71-18879DB04F8B}" srcOrd="1" destOrd="0" presId="urn:microsoft.com/office/officeart/2005/8/layout/process2"/>
    <dgm:cxn modelId="{B7BAB146-5501-45D9-8EB7-AC40529B2515}" type="presOf" srcId="{75265799-6762-4ADD-9558-FCC45D3F8DA1}" destId="{E0C863DC-C278-4B61-AD93-B947F843FFAA}" srcOrd="0" destOrd="0" presId="urn:microsoft.com/office/officeart/2005/8/layout/process2"/>
    <dgm:cxn modelId="{5A54794C-C6E8-42D4-9D21-3D0FAA5B7392}" type="presOf" srcId="{0A7A54F0-52F7-4466-8EA3-9CAB5DFCA85F}" destId="{AB27F3EC-4D88-4793-BFAF-BB9FE2CC3F81}" srcOrd="0" destOrd="0" presId="urn:microsoft.com/office/officeart/2005/8/layout/process2"/>
    <dgm:cxn modelId="{C5FC3A68-C0FE-47FD-9DEB-7A7A37A8DE8F}" type="presOf" srcId="{5BA8CFBF-E9A8-4DA6-9B3F-C90626816569}" destId="{AC7CFE60-BA49-4AD6-A7A1-EEBCB858FABC}" srcOrd="1" destOrd="0" presId="urn:microsoft.com/office/officeart/2005/8/layout/process2"/>
    <dgm:cxn modelId="{C3E8AE73-6EC4-46BD-9DF0-FBE947E9D1E0}" type="presOf" srcId="{0A7A54F0-52F7-4466-8EA3-9CAB5DFCA85F}" destId="{0F686991-024D-42F6-8858-E2D65E785961}" srcOrd="1" destOrd="0" presId="urn:microsoft.com/office/officeart/2005/8/layout/process2"/>
    <dgm:cxn modelId="{9FD5307A-3341-43B6-B0CB-D7C46B881C08}" type="presOf" srcId="{F428C64D-C515-4217-9E29-C5ECB4767FF6}" destId="{688F85E7-0D37-4AF5-BF9F-BC2555752574}" srcOrd="0" destOrd="0" presId="urn:microsoft.com/office/officeart/2005/8/layout/process2"/>
    <dgm:cxn modelId="{87FFFAB3-DF4F-4767-91C6-1D7883FAB155}" type="presOf" srcId="{F3B69EFD-0D08-4286-825F-EF37BBBB9B6C}" destId="{28BE0D86-BECC-4118-BD06-3D9B392238C5}" srcOrd="0" destOrd="0" presId="urn:microsoft.com/office/officeart/2005/8/layout/process2"/>
    <dgm:cxn modelId="{BABFC7CD-763E-49BC-BB5F-D4072DFF5EE8}" srcId="{F428C64D-C515-4217-9E29-C5ECB4767FF6}" destId="{75265799-6762-4ADD-9558-FCC45D3F8DA1}" srcOrd="3" destOrd="0" parTransId="{FBA4173D-297E-4406-AA99-2C765EFA9F2B}" sibTransId="{0A7A54F0-52F7-4466-8EA3-9CAB5DFCA85F}"/>
    <dgm:cxn modelId="{D7E3CFD6-4FA4-4581-9AEE-723BBB599417}" srcId="{F428C64D-C515-4217-9E29-C5ECB4767FF6}" destId="{12805FE0-479B-4DD9-AC2A-58C1E8C7B6F6}" srcOrd="0" destOrd="0" parTransId="{BC55EE42-8E17-44AE-99D3-E15416AAF637}" sibTransId="{5BA8CFBF-E9A8-4DA6-9B3F-C90626816569}"/>
    <dgm:cxn modelId="{C0C109D8-239F-475F-8A4F-4D60F0689083}" srcId="{F428C64D-C515-4217-9E29-C5ECB4767FF6}" destId="{B326940A-C6C2-4BCB-92CB-FB4A6C025550}" srcOrd="2" destOrd="0" parTransId="{F19AAA9C-975F-4CC7-82A3-3854CFCE18C6}" sibTransId="{7C3F4964-A542-4A27-BFFC-92750A4BDA96}"/>
    <dgm:cxn modelId="{9E92EEDC-9EEB-4DD6-B74F-472C65ADFF3F}" type="presOf" srcId="{5BA8CFBF-E9A8-4DA6-9B3F-C90626816569}" destId="{D1B8417F-207E-46D7-80DB-0182169E84B8}" srcOrd="0" destOrd="0" presId="urn:microsoft.com/office/officeart/2005/8/layout/process2"/>
    <dgm:cxn modelId="{439072F3-C700-45BD-B26C-1405882825FF}" srcId="{F428C64D-C515-4217-9E29-C5ECB4767FF6}" destId="{6E7D02F5-3C7D-4C61-9912-B75051931500}" srcOrd="4" destOrd="0" parTransId="{D106BB7D-E035-4F73-AE19-80A31DBF7FA4}" sibTransId="{0FC7080F-3F32-4E72-B13F-A0B1C2BCEC77}"/>
    <dgm:cxn modelId="{0839B0FD-5C88-4A71-9ACD-4D7250DAC713}" type="presOf" srcId="{12805FE0-479B-4DD9-AC2A-58C1E8C7B6F6}" destId="{EA47174F-1DE9-45F7-8808-CB683F4CF0E3}" srcOrd="0" destOrd="0" presId="urn:microsoft.com/office/officeart/2005/8/layout/process2"/>
    <dgm:cxn modelId="{D4EFB363-4005-439B-BED6-9BC19CCB8F89}" type="presParOf" srcId="{688F85E7-0D37-4AF5-BF9F-BC2555752574}" destId="{EA47174F-1DE9-45F7-8808-CB683F4CF0E3}" srcOrd="0" destOrd="0" presId="urn:microsoft.com/office/officeart/2005/8/layout/process2"/>
    <dgm:cxn modelId="{8EA59087-E7DF-4699-85E8-A93384A49C5D}" type="presParOf" srcId="{688F85E7-0D37-4AF5-BF9F-BC2555752574}" destId="{D1B8417F-207E-46D7-80DB-0182169E84B8}" srcOrd="1" destOrd="0" presId="urn:microsoft.com/office/officeart/2005/8/layout/process2"/>
    <dgm:cxn modelId="{0A1962A9-4132-403E-A64C-69CFBA159B17}" type="presParOf" srcId="{D1B8417F-207E-46D7-80DB-0182169E84B8}" destId="{AC7CFE60-BA49-4AD6-A7A1-EEBCB858FABC}" srcOrd="0" destOrd="0" presId="urn:microsoft.com/office/officeart/2005/8/layout/process2"/>
    <dgm:cxn modelId="{A5141C4E-3801-4D17-9036-16C9D55892B6}" type="presParOf" srcId="{688F85E7-0D37-4AF5-BF9F-BC2555752574}" destId="{24218D17-FE1C-4FAA-9C38-8B11FE782796}" srcOrd="2" destOrd="0" presId="urn:microsoft.com/office/officeart/2005/8/layout/process2"/>
    <dgm:cxn modelId="{8659C348-D256-44BD-B7E2-51D45A622BE6}" type="presParOf" srcId="{688F85E7-0D37-4AF5-BF9F-BC2555752574}" destId="{28BE0D86-BECC-4118-BD06-3D9B392238C5}" srcOrd="3" destOrd="0" presId="urn:microsoft.com/office/officeart/2005/8/layout/process2"/>
    <dgm:cxn modelId="{D22615A0-F51C-4A99-B1A8-CECCE759B9A9}" type="presParOf" srcId="{28BE0D86-BECC-4118-BD06-3D9B392238C5}" destId="{7C6956AA-133C-4B88-AB71-18879DB04F8B}" srcOrd="0" destOrd="0" presId="urn:microsoft.com/office/officeart/2005/8/layout/process2"/>
    <dgm:cxn modelId="{D29F90B3-91DF-4084-873D-2590FBD08D56}" type="presParOf" srcId="{688F85E7-0D37-4AF5-BF9F-BC2555752574}" destId="{96589D4B-CAF6-4F1E-8F77-DA51FF5EEB6A}" srcOrd="4" destOrd="0" presId="urn:microsoft.com/office/officeart/2005/8/layout/process2"/>
    <dgm:cxn modelId="{8E9A6BA9-F5C2-40A8-8A55-B7EE19F17044}" type="presParOf" srcId="{688F85E7-0D37-4AF5-BF9F-BC2555752574}" destId="{C0D919EF-AA21-4A9D-8E71-21CDCD20AAC6}" srcOrd="5" destOrd="0" presId="urn:microsoft.com/office/officeart/2005/8/layout/process2"/>
    <dgm:cxn modelId="{338EF9D0-92B5-45FF-BC6D-15AE780F1D74}" type="presParOf" srcId="{C0D919EF-AA21-4A9D-8E71-21CDCD20AAC6}" destId="{BBBD3B49-463A-4B9D-8F57-437A17EFD3FA}" srcOrd="0" destOrd="0" presId="urn:microsoft.com/office/officeart/2005/8/layout/process2"/>
    <dgm:cxn modelId="{7F64376A-5B6F-4727-8C4A-71A8D7CBC3C4}" type="presParOf" srcId="{688F85E7-0D37-4AF5-BF9F-BC2555752574}" destId="{E0C863DC-C278-4B61-AD93-B947F843FFAA}" srcOrd="6" destOrd="0" presId="urn:microsoft.com/office/officeart/2005/8/layout/process2"/>
    <dgm:cxn modelId="{645CBFAD-0356-4025-AA7C-DB9F5D7758A3}" type="presParOf" srcId="{688F85E7-0D37-4AF5-BF9F-BC2555752574}" destId="{AB27F3EC-4D88-4793-BFAF-BB9FE2CC3F81}" srcOrd="7" destOrd="0" presId="urn:microsoft.com/office/officeart/2005/8/layout/process2"/>
    <dgm:cxn modelId="{A7F57D57-4F58-4DA9-91BF-4A3E1E1970D7}" type="presParOf" srcId="{AB27F3EC-4D88-4793-BFAF-BB9FE2CC3F81}" destId="{0F686991-024D-42F6-8858-E2D65E785961}" srcOrd="0" destOrd="0" presId="urn:microsoft.com/office/officeart/2005/8/layout/process2"/>
    <dgm:cxn modelId="{1DC5BEC0-2277-4019-8FE9-0676E962F282}" type="presParOf" srcId="{688F85E7-0D37-4AF5-BF9F-BC2555752574}" destId="{F0745766-D3ED-49C6-8AB0-34734083747B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28C64D-C515-4217-9E29-C5ECB4767FF6}" type="doc">
      <dgm:prSet loTypeId="urn:microsoft.com/office/officeart/2005/8/layout/process2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877E4C0-EB3B-4638-870F-36C01E3DEE31}">
      <dgm:prSet phldr="0" custT="1"/>
      <dgm:spPr/>
      <dgm:t>
        <a:bodyPr/>
        <a:lstStyle/>
        <a:p>
          <a:pPr rtl="0"/>
          <a:r>
            <a:rPr lang="en-US" sz="1600" b="1">
              <a:latin typeface="Times New Roman"/>
              <a:cs typeface="Times New Roman"/>
            </a:rPr>
            <a:t>Original Jotter</a:t>
          </a:r>
        </a:p>
      </dgm:t>
    </dgm:pt>
    <dgm:pt modelId="{581172F6-B2D7-4C34-B715-F62C97B89814}" type="parTrans" cxnId="{FFC17940-2324-4A18-BFB4-FC008C00F980}">
      <dgm:prSet/>
      <dgm:spPr/>
      <dgm:t>
        <a:bodyPr/>
        <a:lstStyle/>
        <a:p>
          <a:endParaRPr lang="en-US"/>
        </a:p>
      </dgm:t>
    </dgm:pt>
    <dgm:pt modelId="{B7B76052-18BD-4481-B459-769D581D886D}" type="sibTrans" cxnId="{FFC17940-2324-4A18-BFB4-FC008C00F980}">
      <dgm:prSet/>
      <dgm:spPr/>
      <dgm:t>
        <a:bodyPr/>
        <a:lstStyle/>
        <a:p>
          <a:endParaRPr lang="en-US"/>
        </a:p>
      </dgm:t>
    </dgm:pt>
    <dgm:pt modelId="{983DCFD3-C2D2-4D1B-A9BC-D3242086833D}">
      <dgm:prSet phldrT="[Text]" phldr="0" custT="1"/>
      <dgm:spPr/>
      <dgm:t>
        <a:bodyPr/>
        <a:lstStyle/>
        <a:p>
          <a:pPr algn="l"/>
          <a:r>
            <a:rPr lang="en-US" sz="1400" b="1">
              <a:latin typeface="Times New Roman"/>
              <a:cs typeface="Times New Roman"/>
            </a:rPr>
            <a:t>Create, view, and edit notes</a:t>
          </a:r>
          <a:endParaRPr lang="en-US" b="1">
            <a:latin typeface="Times New Roman"/>
            <a:cs typeface="Times New Roman"/>
          </a:endParaRPr>
        </a:p>
      </dgm:t>
    </dgm:pt>
    <dgm:pt modelId="{FE8EFC69-73BE-4CA8-A2DF-8D7A95467ACB}" type="parTrans" cxnId="{E9ED4A5C-83FB-4CC5-8EC7-0CFE082ED2CC}">
      <dgm:prSet/>
      <dgm:spPr/>
    </dgm:pt>
    <dgm:pt modelId="{455D195A-2167-4287-BB15-A66E7DC71F73}" type="sibTrans" cxnId="{E9ED4A5C-83FB-4CC5-8EC7-0CFE082ED2CC}">
      <dgm:prSet/>
      <dgm:spPr/>
      <dgm:t>
        <a:bodyPr/>
        <a:lstStyle/>
        <a:p>
          <a:endParaRPr lang="en-US"/>
        </a:p>
      </dgm:t>
    </dgm:pt>
    <dgm:pt modelId="{E536E658-2DCE-4AA7-9627-7E27EC031A8E}">
      <dgm:prSet phldrT="[Text]" phldr="0" custT="1"/>
      <dgm:spPr/>
      <dgm:t>
        <a:bodyPr/>
        <a:lstStyle/>
        <a:p>
          <a:pPr algn="l"/>
          <a:r>
            <a:rPr lang="en-US" sz="1400" b="1">
              <a:latin typeface="Times New Roman"/>
              <a:cs typeface="Times New Roman"/>
            </a:rPr>
            <a:t>Local Room Database storage</a:t>
          </a:r>
          <a:endParaRPr lang="en-US" b="1">
            <a:latin typeface="Times New Roman"/>
            <a:cs typeface="Times New Roman"/>
          </a:endParaRPr>
        </a:p>
      </dgm:t>
    </dgm:pt>
    <dgm:pt modelId="{D88E5B47-8D5D-4CB4-82CB-F8FC82D3A367}" type="parTrans" cxnId="{55D5958D-4580-4461-9974-8545C0E7C6C2}">
      <dgm:prSet/>
      <dgm:spPr/>
    </dgm:pt>
    <dgm:pt modelId="{EA779CEE-D96A-47D3-B2BE-742271CCFC6F}" type="sibTrans" cxnId="{55D5958D-4580-4461-9974-8545C0E7C6C2}">
      <dgm:prSet/>
      <dgm:spPr/>
      <dgm:t>
        <a:bodyPr/>
        <a:lstStyle/>
        <a:p>
          <a:endParaRPr lang="en-US"/>
        </a:p>
      </dgm:t>
    </dgm:pt>
    <dgm:pt modelId="{1E878903-37ED-46F6-B604-A5E92926641D}">
      <dgm:prSet phldrT="[Text]" phldr="0" custT="1"/>
      <dgm:spPr/>
      <dgm:t>
        <a:bodyPr/>
        <a:lstStyle/>
        <a:p>
          <a:pPr algn="l"/>
          <a:r>
            <a:rPr lang="en-US" sz="1400" b="1">
              <a:latin typeface="Times New Roman"/>
              <a:cs typeface="Times New Roman"/>
            </a:rPr>
            <a:t>No AI assistance</a:t>
          </a:r>
        </a:p>
      </dgm:t>
    </dgm:pt>
    <dgm:pt modelId="{252017F0-2030-4597-9751-A22D1A2E5F39}" type="parTrans" cxnId="{FBFCE245-6FF1-47E6-8FFC-70ECE84C9960}">
      <dgm:prSet/>
      <dgm:spPr/>
    </dgm:pt>
    <dgm:pt modelId="{B84B9E21-620A-4C1E-A184-0861BEEBEE5C}" type="sibTrans" cxnId="{FBFCE245-6FF1-47E6-8FFC-70ECE84C9960}">
      <dgm:prSet/>
      <dgm:spPr/>
      <dgm:t>
        <a:bodyPr/>
        <a:lstStyle/>
        <a:p>
          <a:endParaRPr lang="en-US"/>
        </a:p>
      </dgm:t>
    </dgm:pt>
    <dgm:pt modelId="{688F85E7-0D37-4AF5-BF9F-BC2555752574}" type="pres">
      <dgm:prSet presAssocID="{F428C64D-C515-4217-9E29-C5ECB4767FF6}" presName="linearFlow" presStyleCnt="0">
        <dgm:presLayoutVars>
          <dgm:resizeHandles val="exact"/>
        </dgm:presLayoutVars>
      </dgm:prSet>
      <dgm:spPr/>
    </dgm:pt>
    <dgm:pt modelId="{E44D7C89-90D7-4D76-8D39-59E2838634A7}" type="pres">
      <dgm:prSet presAssocID="{6877E4C0-EB3B-4638-870F-36C01E3DEE31}" presName="node" presStyleLbl="node1" presStyleIdx="0" presStyleCnt="4">
        <dgm:presLayoutVars>
          <dgm:bulletEnabled val="1"/>
        </dgm:presLayoutVars>
      </dgm:prSet>
      <dgm:spPr/>
    </dgm:pt>
    <dgm:pt modelId="{0AA2231F-89F3-49B1-9678-34741229D1AF}" type="pres">
      <dgm:prSet presAssocID="{B7B76052-18BD-4481-B459-769D581D886D}" presName="sibTrans" presStyleLbl="sibTrans2D1" presStyleIdx="0" presStyleCnt="3"/>
      <dgm:spPr/>
    </dgm:pt>
    <dgm:pt modelId="{D7437F58-4EE7-4846-8743-8DABB0A45DC4}" type="pres">
      <dgm:prSet presAssocID="{B7B76052-18BD-4481-B459-769D581D886D}" presName="connectorText" presStyleLbl="sibTrans2D1" presStyleIdx="0" presStyleCnt="3"/>
      <dgm:spPr/>
    </dgm:pt>
    <dgm:pt modelId="{0A021159-49F9-45D6-BEA0-038437A154FB}" type="pres">
      <dgm:prSet presAssocID="{983DCFD3-C2D2-4D1B-A9BC-D3242086833D}" presName="node" presStyleLbl="node1" presStyleIdx="1" presStyleCnt="4">
        <dgm:presLayoutVars>
          <dgm:bulletEnabled val="1"/>
        </dgm:presLayoutVars>
      </dgm:prSet>
      <dgm:spPr/>
    </dgm:pt>
    <dgm:pt modelId="{4D09D3D0-9824-4DE4-9D88-356619816343}" type="pres">
      <dgm:prSet presAssocID="{455D195A-2167-4287-BB15-A66E7DC71F73}" presName="sibTrans" presStyleLbl="sibTrans2D1" presStyleIdx="1" presStyleCnt="3"/>
      <dgm:spPr/>
    </dgm:pt>
    <dgm:pt modelId="{E68D41FA-6C60-4D0C-880C-BFD1A36F1BF1}" type="pres">
      <dgm:prSet presAssocID="{455D195A-2167-4287-BB15-A66E7DC71F73}" presName="connectorText" presStyleLbl="sibTrans2D1" presStyleIdx="1" presStyleCnt="3"/>
      <dgm:spPr/>
    </dgm:pt>
    <dgm:pt modelId="{0F038A7F-EDEC-469D-A4CE-84F646D1CE8A}" type="pres">
      <dgm:prSet presAssocID="{E536E658-2DCE-4AA7-9627-7E27EC031A8E}" presName="node" presStyleLbl="node1" presStyleIdx="2" presStyleCnt="4">
        <dgm:presLayoutVars>
          <dgm:bulletEnabled val="1"/>
        </dgm:presLayoutVars>
      </dgm:prSet>
      <dgm:spPr/>
    </dgm:pt>
    <dgm:pt modelId="{6F12EC23-0823-4797-BA70-691C67368C6D}" type="pres">
      <dgm:prSet presAssocID="{EA779CEE-D96A-47D3-B2BE-742271CCFC6F}" presName="sibTrans" presStyleLbl="sibTrans2D1" presStyleIdx="2" presStyleCnt="3"/>
      <dgm:spPr/>
    </dgm:pt>
    <dgm:pt modelId="{45934DBE-2E01-4375-B630-0C82BA697D2E}" type="pres">
      <dgm:prSet presAssocID="{EA779CEE-D96A-47D3-B2BE-742271CCFC6F}" presName="connectorText" presStyleLbl="sibTrans2D1" presStyleIdx="2" presStyleCnt="3"/>
      <dgm:spPr/>
    </dgm:pt>
    <dgm:pt modelId="{35E34A2C-C0DF-4420-B0CC-F11B861DDD64}" type="pres">
      <dgm:prSet presAssocID="{1E878903-37ED-46F6-B604-A5E92926641D}" presName="node" presStyleLbl="node1" presStyleIdx="3" presStyleCnt="4">
        <dgm:presLayoutVars>
          <dgm:bulletEnabled val="1"/>
        </dgm:presLayoutVars>
      </dgm:prSet>
      <dgm:spPr/>
    </dgm:pt>
  </dgm:ptLst>
  <dgm:cxnLst>
    <dgm:cxn modelId="{DCCA9927-AF05-449E-BFD3-1653CF0AA696}" type="presOf" srcId="{EA779CEE-D96A-47D3-B2BE-742271CCFC6F}" destId="{45934DBE-2E01-4375-B630-0C82BA697D2E}" srcOrd="1" destOrd="0" presId="urn:microsoft.com/office/officeart/2005/8/layout/process2"/>
    <dgm:cxn modelId="{F7F1AD37-65CC-4272-8A69-F0C9923AE220}" type="presOf" srcId="{1E878903-37ED-46F6-B604-A5E92926641D}" destId="{35E34A2C-C0DF-4420-B0CC-F11B861DDD64}" srcOrd="0" destOrd="0" presId="urn:microsoft.com/office/officeart/2005/8/layout/process2"/>
    <dgm:cxn modelId="{FFC17940-2324-4A18-BFB4-FC008C00F980}" srcId="{F428C64D-C515-4217-9E29-C5ECB4767FF6}" destId="{6877E4C0-EB3B-4638-870F-36C01E3DEE31}" srcOrd="0" destOrd="0" parTransId="{581172F6-B2D7-4C34-B715-F62C97B89814}" sibTransId="{B7B76052-18BD-4481-B459-769D581D886D}"/>
    <dgm:cxn modelId="{FBFCE245-6FF1-47E6-8FFC-70ECE84C9960}" srcId="{F428C64D-C515-4217-9E29-C5ECB4767FF6}" destId="{1E878903-37ED-46F6-B604-A5E92926641D}" srcOrd="3" destOrd="0" parTransId="{252017F0-2030-4597-9751-A22D1A2E5F39}" sibTransId="{B84B9E21-620A-4C1E-A184-0861BEEBEE5C}"/>
    <dgm:cxn modelId="{F813BF4A-7CE4-4723-89C5-DFE593ED4732}" type="presOf" srcId="{E536E658-2DCE-4AA7-9627-7E27EC031A8E}" destId="{0F038A7F-EDEC-469D-A4CE-84F646D1CE8A}" srcOrd="0" destOrd="0" presId="urn:microsoft.com/office/officeart/2005/8/layout/process2"/>
    <dgm:cxn modelId="{1CE6D84C-AB98-4924-A648-F1CDF061295F}" type="presOf" srcId="{B7B76052-18BD-4481-B459-769D581D886D}" destId="{0AA2231F-89F3-49B1-9678-34741229D1AF}" srcOrd="0" destOrd="0" presId="urn:microsoft.com/office/officeart/2005/8/layout/process2"/>
    <dgm:cxn modelId="{E9ED4A5C-83FB-4CC5-8EC7-0CFE082ED2CC}" srcId="{F428C64D-C515-4217-9E29-C5ECB4767FF6}" destId="{983DCFD3-C2D2-4D1B-A9BC-D3242086833D}" srcOrd="1" destOrd="0" parTransId="{FE8EFC69-73BE-4CA8-A2DF-8D7A95467ACB}" sibTransId="{455D195A-2167-4287-BB15-A66E7DC71F73}"/>
    <dgm:cxn modelId="{9FD5307A-3341-43B6-B0CB-D7C46B881C08}" type="presOf" srcId="{F428C64D-C515-4217-9E29-C5ECB4767FF6}" destId="{688F85E7-0D37-4AF5-BF9F-BC2555752574}" srcOrd="0" destOrd="0" presId="urn:microsoft.com/office/officeart/2005/8/layout/process2"/>
    <dgm:cxn modelId="{55D5958D-4580-4461-9974-8545C0E7C6C2}" srcId="{F428C64D-C515-4217-9E29-C5ECB4767FF6}" destId="{E536E658-2DCE-4AA7-9627-7E27EC031A8E}" srcOrd="2" destOrd="0" parTransId="{D88E5B47-8D5D-4CB4-82CB-F8FC82D3A367}" sibTransId="{EA779CEE-D96A-47D3-B2BE-742271CCFC6F}"/>
    <dgm:cxn modelId="{1ECB7392-D6D9-4073-B3D6-008EABE5CB05}" type="presOf" srcId="{983DCFD3-C2D2-4D1B-A9BC-D3242086833D}" destId="{0A021159-49F9-45D6-BEA0-038437A154FB}" srcOrd="0" destOrd="0" presId="urn:microsoft.com/office/officeart/2005/8/layout/process2"/>
    <dgm:cxn modelId="{93773697-8C23-412E-ACE1-FC526FE3AC7C}" type="presOf" srcId="{EA779CEE-D96A-47D3-B2BE-742271CCFC6F}" destId="{6F12EC23-0823-4797-BA70-691C67368C6D}" srcOrd="0" destOrd="0" presId="urn:microsoft.com/office/officeart/2005/8/layout/process2"/>
    <dgm:cxn modelId="{ABF737A5-D6F7-434C-94C1-607DC9A3DA56}" type="presOf" srcId="{455D195A-2167-4287-BB15-A66E7DC71F73}" destId="{4D09D3D0-9824-4DE4-9D88-356619816343}" srcOrd="0" destOrd="0" presId="urn:microsoft.com/office/officeart/2005/8/layout/process2"/>
    <dgm:cxn modelId="{A5C0EED7-FFF2-4C16-AEDE-7AEA498AF5D4}" type="presOf" srcId="{455D195A-2167-4287-BB15-A66E7DC71F73}" destId="{E68D41FA-6C60-4D0C-880C-BFD1A36F1BF1}" srcOrd="1" destOrd="0" presId="urn:microsoft.com/office/officeart/2005/8/layout/process2"/>
    <dgm:cxn modelId="{DD52D0DA-3470-4E0F-BE5F-FE764BF27466}" type="presOf" srcId="{6877E4C0-EB3B-4638-870F-36C01E3DEE31}" destId="{E44D7C89-90D7-4D76-8D39-59E2838634A7}" srcOrd="0" destOrd="0" presId="urn:microsoft.com/office/officeart/2005/8/layout/process2"/>
    <dgm:cxn modelId="{6D0624DF-14A6-449C-AA6C-1204279DB99B}" type="presOf" srcId="{B7B76052-18BD-4481-B459-769D581D886D}" destId="{D7437F58-4EE7-4846-8743-8DABB0A45DC4}" srcOrd="1" destOrd="0" presId="urn:microsoft.com/office/officeart/2005/8/layout/process2"/>
    <dgm:cxn modelId="{990ACCE3-1F14-4614-AA60-2E18C797F572}" type="presParOf" srcId="{688F85E7-0D37-4AF5-BF9F-BC2555752574}" destId="{E44D7C89-90D7-4D76-8D39-59E2838634A7}" srcOrd="0" destOrd="0" presId="urn:microsoft.com/office/officeart/2005/8/layout/process2"/>
    <dgm:cxn modelId="{3898BF68-1C0B-48F1-A5C7-A3448B0EE5FD}" type="presParOf" srcId="{688F85E7-0D37-4AF5-BF9F-BC2555752574}" destId="{0AA2231F-89F3-49B1-9678-34741229D1AF}" srcOrd="1" destOrd="0" presId="urn:microsoft.com/office/officeart/2005/8/layout/process2"/>
    <dgm:cxn modelId="{6769534F-974F-489E-818D-68A85990CBB2}" type="presParOf" srcId="{0AA2231F-89F3-49B1-9678-34741229D1AF}" destId="{D7437F58-4EE7-4846-8743-8DABB0A45DC4}" srcOrd="0" destOrd="0" presId="urn:microsoft.com/office/officeart/2005/8/layout/process2"/>
    <dgm:cxn modelId="{287D0ECA-66BE-4C70-971D-393E9E9F5EDB}" type="presParOf" srcId="{688F85E7-0D37-4AF5-BF9F-BC2555752574}" destId="{0A021159-49F9-45D6-BEA0-038437A154FB}" srcOrd="2" destOrd="0" presId="urn:microsoft.com/office/officeart/2005/8/layout/process2"/>
    <dgm:cxn modelId="{1EBEC454-652C-415C-9B10-AD1624701AC1}" type="presParOf" srcId="{688F85E7-0D37-4AF5-BF9F-BC2555752574}" destId="{4D09D3D0-9824-4DE4-9D88-356619816343}" srcOrd="3" destOrd="0" presId="urn:microsoft.com/office/officeart/2005/8/layout/process2"/>
    <dgm:cxn modelId="{2F276D12-86CF-4A05-9C8D-7256F88E6289}" type="presParOf" srcId="{4D09D3D0-9824-4DE4-9D88-356619816343}" destId="{E68D41FA-6C60-4D0C-880C-BFD1A36F1BF1}" srcOrd="0" destOrd="0" presId="urn:microsoft.com/office/officeart/2005/8/layout/process2"/>
    <dgm:cxn modelId="{34A472EE-686B-4334-B114-02B3FD03E198}" type="presParOf" srcId="{688F85E7-0D37-4AF5-BF9F-BC2555752574}" destId="{0F038A7F-EDEC-469D-A4CE-84F646D1CE8A}" srcOrd="4" destOrd="0" presId="urn:microsoft.com/office/officeart/2005/8/layout/process2"/>
    <dgm:cxn modelId="{4478773D-B345-49DA-A5AD-058835791768}" type="presParOf" srcId="{688F85E7-0D37-4AF5-BF9F-BC2555752574}" destId="{6F12EC23-0823-4797-BA70-691C67368C6D}" srcOrd="5" destOrd="0" presId="urn:microsoft.com/office/officeart/2005/8/layout/process2"/>
    <dgm:cxn modelId="{CE05C51F-696E-458E-86B2-B9472F5BC632}" type="presParOf" srcId="{6F12EC23-0823-4797-BA70-691C67368C6D}" destId="{45934DBE-2E01-4375-B630-0C82BA697D2E}" srcOrd="0" destOrd="0" presId="urn:microsoft.com/office/officeart/2005/8/layout/process2"/>
    <dgm:cxn modelId="{97026970-1C2B-4BB3-AF7E-EF1F1E92366D}" type="presParOf" srcId="{688F85E7-0D37-4AF5-BF9F-BC2555752574}" destId="{35E34A2C-C0DF-4420-B0CC-F11B861DDD6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D1DAE1-E0F8-4925-AF72-0A04BD14ADD3}" type="doc">
      <dgm:prSet loTypeId="urn:microsoft.com/office/officeart/2005/8/layout/process5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AC265FBF-46F7-4DC5-9E25-D2252FD35E4F}">
      <dgm:prSet phldrT="[Text]" phldr="0" custT="1"/>
      <dgm:spPr/>
      <dgm:t>
        <a:bodyPr/>
        <a:lstStyle/>
        <a:p>
          <a:r>
            <a:rPr lang="en-US" sz="1400" b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Benchmark Metrics</a:t>
          </a:r>
          <a:endParaRPr lang="en-US" sz="1400" b="1">
            <a:latin typeface="Times New Roman"/>
            <a:cs typeface="Times New Roman"/>
          </a:endParaRPr>
        </a:p>
      </dgm:t>
    </dgm:pt>
    <dgm:pt modelId="{BA7BCD69-4B01-4F0E-90F8-5F204991056F}" type="parTrans" cxnId="{ED850BDC-9AE1-4E05-8D1B-55E5011D3B7A}">
      <dgm:prSet/>
      <dgm:spPr/>
    </dgm:pt>
    <dgm:pt modelId="{8DEE2FC1-62C9-4F1C-9543-A717BEFFF86A}" type="sibTrans" cxnId="{ED850BDC-9AE1-4E05-8D1B-55E5011D3B7A}">
      <dgm:prSet/>
      <dgm:spPr/>
    </dgm:pt>
    <dgm:pt modelId="{92D1A402-A719-43CD-829B-3A1BDF243EF0}">
      <dgm:prSet phldrT="[Text]" phldr="0" custT="1"/>
      <dgm:spPr/>
      <dgm:t>
        <a:bodyPr/>
        <a:lstStyle/>
        <a:p>
          <a:pPr rtl="0"/>
          <a:r>
            <a:rPr lang="en-US" sz="1400" b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User Note</a:t>
          </a:r>
        </a:p>
      </dgm:t>
    </dgm:pt>
    <dgm:pt modelId="{0BAA11C5-A47C-4EC5-8F4F-7164167EF6E4}" type="parTrans" cxnId="{C212ECD9-03BE-4224-BCD1-F3DE53AEF5B5}">
      <dgm:prSet/>
      <dgm:spPr/>
    </dgm:pt>
    <dgm:pt modelId="{D40EF6C0-D36F-41D7-9B70-E70CBCA6A289}" type="sibTrans" cxnId="{C212ECD9-03BE-4224-BCD1-F3DE53AEF5B5}">
      <dgm:prSet/>
      <dgm:spPr/>
      <dgm:t>
        <a:bodyPr/>
        <a:lstStyle/>
        <a:p>
          <a:endParaRPr lang="en-US"/>
        </a:p>
      </dgm:t>
    </dgm:pt>
    <dgm:pt modelId="{4EB3396D-4E67-4C8F-9397-B7F96086894A}">
      <dgm:prSet phldrT="[Text]" phldr="0" custT="1"/>
      <dgm:spPr/>
      <dgm:t>
        <a:bodyPr/>
        <a:lstStyle/>
        <a:p>
          <a:r>
            <a:rPr lang="en-US" sz="1400" b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AI Action</a:t>
          </a:r>
        </a:p>
      </dgm:t>
    </dgm:pt>
    <dgm:pt modelId="{6F2BFC21-5EB9-436E-B3E7-CE266592A03D}" type="parTrans" cxnId="{05B3E24A-5BEF-4B9D-A44A-7AF0DF5C36DD}">
      <dgm:prSet/>
      <dgm:spPr/>
    </dgm:pt>
    <dgm:pt modelId="{22648097-C396-493B-95E3-F0AF7425568F}" type="sibTrans" cxnId="{05B3E24A-5BEF-4B9D-A44A-7AF0DF5C36DD}">
      <dgm:prSet/>
      <dgm:spPr/>
      <dgm:t>
        <a:bodyPr/>
        <a:lstStyle/>
        <a:p>
          <a:endParaRPr lang="en-US"/>
        </a:p>
      </dgm:t>
    </dgm:pt>
    <dgm:pt modelId="{BB237091-E5A6-4F4C-8505-7278C335D666}">
      <dgm:prSet phldrT="[Text]" phldr="0" custT="1"/>
      <dgm:spPr/>
      <dgm:t>
        <a:bodyPr/>
        <a:lstStyle/>
        <a:p>
          <a:r>
            <a:rPr lang="en-US" sz="1400" b="1" err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ViewModel</a:t>
          </a:r>
          <a:endParaRPr lang="en-US" sz="1400" b="1">
            <a:solidFill>
              <a:srgbClr val="444444"/>
            </a:solidFill>
            <a:latin typeface="Times New Roman"/>
            <a:ea typeface="Calibri"/>
            <a:cs typeface="Times New Roman"/>
          </a:endParaRPr>
        </a:p>
      </dgm:t>
    </dgm:pt>
    <dgm:pt modelId="{16FC19AD-587E-40E0-A87D-E4885D65A980}" type="parTrans" cxnId="{DA6C2CDD-0614-4D7B-9171-635C58607F07}">
      <dgm:prSet/>
      <dgm:spPr/>
    </dgm:pt>
    <dgm:pt modelId="{536B40E3-2A62-4BDB-B4BB-FB46892A7EA4}" type="sibTrans" cxnId="{DA6C2CDD-0614-4D7B-9171-635C58607F07}">
      <dgm:prSet/>
      <dgm:spPr/>
      <dgm:t>
        <a:bodyPr/>
        <a:lstStyle/>
        <a:p>
          <a:endParaRPr lang="en-US"/>
        </a:p>
      </dgm:t>
    </dgm:pt>
    <dgm:pt modelId="{FF728AA8-EDCF-43AE-ACAB-A890B65B7D16}">
      <dgm:prSet phldrT="[Text]" phldr="0" custT="1"/>
      <dgm:spPr/>
      <dgm:t>
        <a:bodyPr/>
        <a:lstStyle/>
        <a:p>
          <a:r>
            <a:rPr lang="en-US" sz="1400" b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AI Service</a:t>
          </a:r>
        </a:p>
      </dgm:t>
    </dgm:pt>
    <dgm:pt modelId="{6367CE65-892F-41D1-AD74-FC1153C371B2}" type="parTrans" cxnId="{FF677F63-3449-4827-A348-A1D43105F936}">
      <dgm:prSet/>
      <dgm:spPr/>
    </dgm:pt>
    <dgm:pt modelId="{E77A6531-B1C0-434B-99CC-3CCE9A77B642}" type="sibTrans" cxnId="{FF677F63-3449-4827-A348-A1D43105F936}">
      <dgm:prSet/>
      <dgm:spPr/>
      <dgm:t>
        <a:bodyPr/>
        <a:lstStyle/>
        <a:p>
          <a:endParaRPr lang="en-US"/>
        </a:p>
      </dgm:t>
    </dgm:pt>
    <dgm:pt modelId="{9E6B895A-1A75-476F-A20A-AF4A6AA58178}">
      <dgm:prSet phldrT="[Text]" phldr="0" custT="1"/>
      <dgm:spPr/>
      <dgm:t>
        <a:bodyPr/>
        <a:lstStyle/>
        <a:p>
          <a:r>
            <a:rPr lang="en-US" sz="1400" b="1" err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MediaPipe</a:t>
          </a:r>
          <a:r>
            <a:rPr lang="en-US" sz="1400" b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 LLM</a:t>
          </a:r>
        </a:p>
      </dgm:t>
    </dgm:pt>
    <dgm:pt modelId="{570D545C-D11D-4FA2-BCED-2D98232B3FEA}" type="parTrans" cxnId="{268AA8B7-02B9-4891-BFF0-EBE47B99C325}">
      <dgm:prSet/>
      <dgm:spPr/>
    </dgm:pt>
    <dgm:pt modelId="{E70AAFF7-2981-4093-A3E2-DE731F226924}" type="sibTrans" cxnId="{268AA8B7-02B9-4891-BFF0-EBE47B99C325}">
      <dgm:prSet/>
      <dgm:spPr/>
      <dgm:t>
        <a:bodyPr/>
        <a:lstStyle/>
        <a:p>
          <a:endParaRPr lang="en-US"/>
        </a:p>
      </dgm:t>
    </dgm:pt>
    <dgm:pt modelId="{24C9B526-B424-4198-AA80-C4B3D2339B52}">
      <dgm:prSet phldrT="[Text]" phldr="0" custT="1"/>
      <dgm:spPr/>
      <dgm:t>
        <a:bodyPr/>
        <a:lstStyle/>
        <a:p>
          <a:r>
            <a:rPr lang="en-US" sz="1400" b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Local Gemma 3 1B Model</a:t>
          </a:r>
        </a:p>
      </dgm:t>
    </dgm:pt>
    <dgm:pt modelId="{7290EC3F-09B3-4532-9ACB-DB7E1D90B163}" type="parTrans" cxnId="{1CBCE6A5-585D-4132-AF94-68C86437CE9F}">
      <dgm:prSet/>
      <dgm:spPr/>
    </dgm:pt>
    <dgm:pt modelId="{D028A231-6E9D-480C-B214-3F9FDF710178}" type="sibTrans" cxnId="{1CBCE6A5-585D-4132-AF94-68C86437CE9F}">
      <dgm:prSet/>
      <dgm:spPr/>
      <dgm:t>
        <a:bodyPr/>
        <a:lstStyle/>
        <a:p>
          <a:endParaRPr lang="en-US"/>
        </a:p>
      </dgm:t>
    </dgm:pt>
    <dgm:pt modelId="{9603F634-A4C7-4209-9179-D80715CED6F8}">
      <dgm:prSet phldrT="[Text]" phldr="0" custT="1"/>
      <dgm:spPr/>
      <dgm:t>
        <a:bodyPr/>
        <a:lstStyle/>
        <a:p>
          <a:r>
            <a:rPr lang="en-US" sz="1400" b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AI Result Dialog</a:t>
          </a:r>
        </a:p>
      </dgm:t>
    </dgm:pt>
    <dgm:pt modelId="{5BC386D1-78CC-4536-BB29-1A7E149CB40E}" type="parTrans" cxnId="{7F00392B-1489-4A6D-A38F-4421CAF1189C}">
      <dgm:prSet/>
      <dgm:spPr/>
    </dgm:pt>
    <dgm:pt modelId="{DBAF7C7D-253B-4E67-A931-96ED72B40AB9}" type="sibTrans" cxnId="{7F00392B-1489-4A6D-A38F-4421CAF1189C}">
      <dgm:prSet/>
      <dgm:spPr/>
      <dgm:t>
        <a:bodyPr/>
        <a:lstStyle/>
        <a:p>
          <a:endParaRPr lang="en-US"/>
        </a:p>
      </dgm:t>
    </dgm:pt>
    <dgm:pt modelId="{637CE9B6-5D0C-4516-8440-9C7FE9618B5F}" type="pres">
      <dgm:prSet presAssocID="{72D1DAE1-E0F8-4925-AF72-0A04BD14ADD3}" presName="diagram" presStyleCnt="0">
        <dgm:presLayoutVars>
          <dgm:dir/>
          <dgm:resizeHandles val="exact"/>
        </dgm:presLayoutVars>
      </dgm:prSet>
      <dgm:spPr/>
    </dgm:pt>
    <dgm:pt modelId="{71ABC616-3DC9-4909-B169-7ADC18D0D081}" type="pres">
      <dgm:prSet presAssocID="{92D1A402-A719-43CD-829B-3A1BDF243EF0}" presName="node" presStyleLbl="node1" presStyleIdx="0" presStyleCnt="8">
        <dgm:presLayoutVars>
          <dgm:bulletEnabled val="1"/>
        </dgm:presLayoutVars>
      </dgm:prSet>
      <dgm:spPr/>
    </dgm:pt>
    <dgm:pt modelId="{419BD2D2-B4D5-407C-ADBD-A56314F1E49F}" type="pres">
      <dgm:prSet presAssocID="{D40EF6C0-D36F-41D7-9B70-E70CBCA6A289}" presName="sibTrans" presStyleLbl="sibTrans2D1" presStyleIdx="0" presStyleCnt="7"/>
      <dgm:spPr/>
    </dgm:pt>
    <dgm:pt modelId="{EC45BC48-CC47-4253-9A62-43539395CD35}" type="pres">
      <dgm:prSet presAssocID="{D40EF6C0-D36F-41D7-9B70-E70CBCA6A289}" presName="connectorText" presStyleLbl="sibTrans2D1" presStyleIdx="0" presStyleCnt="7"/>
      <dgm:spPr/>
    </dgm:pt>
    <dgm:pt modelId="{307A6F1F-92B2-417B-80B5-343343706B4B}" type="pres">
      <dgm:prSet presAssocID="{4EB3396D-4E67-4C8F-9397-B7F96086894A}" presName="node" presStyleLbl="node1" presStyleIdx="1" presStyleCnt="8">
        <dgm:presLayoutVars>
          <dgm:bulletEnabled val="1"/>
        </dgm:presLayoutVars>
      </dgm:prSet>
      <dgm:spPr/>
    </dgm:pt>
    <dgm:pt modelId="{4C671EB3-39C3-49C2-9076-C47D0D4F48E0}" type="pres">
      <dgm:prSet presAssocID="{22648097-C396-493B-95E3-F0AF7425568F}" presName="sibTrans" presStyleLbl="sibTrans2D1" presStyleIdx="1" presStyleCnt="7"/>
      <dgm:spPr/>
    </dgm:pt>
    <dgm:pt modelId="{575F8806-CA32-4FC4-BE1E-57DE2E9388C6}" type="pres">
      <dgm:prSet presAssocID="{22648097-C396-493B-95E3-F0AF7425568F}" presName="connectorText" presStyleLbl="sibTrans2D1" presStyleIdx="1" presStyleCnt="7"/>
      <dgm:spPr/>
    </dgm:pt>
    <dgm:pt modelId="{F3E461F6-48B3-47DC-9A1F-B5BAEA74A323}" type="pres">
      <dgm:prSet presAssocID="{BB237091-E5A6-4F4C-8505-7278C335D666}" presName="node" presStyleLbl="node1" presStyleIdx="2" presStyleCnt="8">
        <dgm:presLayoutVars>
          <dgm:bulletEnabled val="1"/>
        </dgm:presLayoutVars>
      </dgm:prSet>
      <dgm:spPr/>
    </dgm:pt>
    <dgm:pt modelId="{A5FCF2A8-F4F0-40F0-823A-5B62329B945B}" type="pres">
      <dgm:prSet presAssocID="{536B40E3-2A62-4BDB-B4BB-FB46892A7EA4}" presName="sibTrans" presStyleLbl="sibTrans2D1" presStyleIdx="2" presStyleCnt="7"/>
      <dgm:spPr/>
    </dgm:pt>
    <dgm:pt modelId="{1A266D5C-2D49-4204-8FDB-2716B1E6C65F}" type="pres">
      <dgm:prSet presAssocID="{536B40E3-2A62-4BDB-B4BB-FB46892A7EA4}" presName="connectorText" presStyleLbl="sibTrans2D1" presStyleIdx="2" presStyleCnt="7"/>
      <dgm:spPr/>
    </dgm:pt>
    <dgm:pt modelId="{0E20A142-0236-4658-A545-406F7914B124}" type="pres">
      <dgm:prSet presAssocID="{FF728AA8-EDCF-43AE-ACAB-A890B65B7D16}" presName="node" presStyleLbl="node1" presStyleIdx="3" presStyleCnt="8">
        <dgm:presLayoutVars>
          <dgm:bulletEnabled val="1"/>
        </dgm:presLayoutVars>
      </dgm:prSet>
      <dgm:spPr/>
    </dgm:pt>
    <dgm:pt modelId="{39504321-1D04-404B-AEF7-3291F9DD0099}" type="pres">
      <dgm:prSet presAssocID="{E77A6531-B1C0-434B-99CC-3CCE9A77B642}" presName="sibTrans" presStyleLbl="sibTrans2D1" presStyleIdx="3" presStyleCnt="7"/>
      <dgm:spPr/>
    </dgm:pt>
    <dgm:pt modelId="{899C5B37-2FB0-4265-AC36-35181CB09DFD}" type="pres">
      <dgm:prSet presAssocID="{E77A6531-B1C0-434B-99CC-3CCE9A77B642}" presName="connectorText" presStyleLbl="sibTrans2D1" presStyleIdx="3" presStyleCnt="7"/>
      <dgm:spPr/>
    </dgm:pt>
    <dgm:pt modelId="{809DC41C-F072-4C4A-9C25-68E816DC4480}" type="pres">
      <dgm:prSet presAssocID="{9E6B895A-1A75-476F-A20A-AF4A6AA58178}" presName="node" presStyleLbl="node1" presStyleIdx="4" presStyleCnt="8">
        <dgm:presLayoutVars>
          <dgm:bulletEnabled val="1"/>
        </dgm:presLayoutVars>
      </dgm:prSet>
      <dgm:spPr/>
    </dgm:pt>
    <dgm:pt modelId="{CE40F3DD-6429-48D5-9672-8358E7816952}" type="pres">
      <dgm:prSet presAssocID="{E70AAFF7-2981-4093-A3E2-DE731F226924}" presName="sibTrans" presStyleLbl="sibTrans2D1" presStyleIdx="4" presStyleCnt="7"/>
      <dgm:spPr/>
    </dgm:pt>
    <dgm:pt modelId="{B4F4A4B3-C25B-4E65-A017-09B3694735E6}" type="pres">
      <dgm:prSet presAssocID="{E70AAFF7-2981-4093-A3E2-DE731F226924}" presName="connectorText" presStyleLbl="sibTrans2D1" presStyleIdx="4" presStyleCnt="7"/>
      <dgm:spPr/>
    </dgm:pt>
    <dgm:pt modelId="{8C5C7AAF-FE83-42A0-B38E-A8AF363FA452}" type="pres">
      <dgm:prSet presAssocID="{24C9B526-B424-4198-AA80-C4B3D2339B52}" presName="node" presStyleLbl="node1" presStyleIdx="5" presStyleCnt="8">
        <dgm:presLayoutVars>
          <dgm:bulletEnabled val="1"/>
        </dgm:presLayoutVars>
      </dgm:prSet>
      <dgm:spPr/>
    </dgm:pt>
    <dgm:pt modelId="{51190AE2-7B05-46F8-BE7C-AEDCA217E466}" type="pres">
      <dgm:prSet presAssocID="{D028A231-6E9D-480C-B214-3F9FDF710178}" presName="sibTrans" presStyleLbl="sibTrans2D1" presStyleIdx="5" presStyleCnt="7"/>
      <dgm:spPr/>
    </dgm:pt>
    <dgm:pt modelId="{38085BDA-584F-4702-9565-6E3009E2B19F}" type="pres">
      <dgm:prSet presAssocID="{D028A231-6E9D-480C-B214-3F9FDF710178}" presName="connectorText" presStyleLbl="sibTrans2D1" presStyleIdx="5" presStyleCnt="7"/>
      <dgm:spPr/>
    </dgm:pt>
    <dgm:pt modelId="{4F495C56-2959-4E6A-8EC2-A168D3ECD647}" type="pres">
      <dgm:prSet presAssocID="{9603F634-A4C7-4209-9179-D80715CED6F8}" presName="node" presStyleLbl="node1" presStyleIdx="6" presStyleCnt="8">
        <dgm:presLayoutVars>
          <dgm:bulletEnabled val="1"/>
        </dgm:presLayoutVars>
      </dgm:prSet>
      <dgm:spPr/>
    </dgm:pt>
    <dgm:pt modelId="{680C396C-6368-475E-A202-EBC721C30E37}" type="pres">
      <dgm:prSet presAssocID="{DBAF7C7D-253B-4E67-A931-96ED72B40AB9}" presName="sibTrans" presStyleLbl="sibTrans2D1" presStyleIdx="6" presStyleCnt="7"/>
      <dgm:spPr/>
    </dgm:pt>
    <dgm:pt modelId="{9222EB88-272D-466C-A5D1-B15A358BC7BF}" type="pres">
      <dgm:prSet presAssocID="{DBAF7C7D-253B-4E67-A931-96ED72B40AB9}" presName="connectorText" presStyleLbl="sibTrans2D1" presStyleIdx="6" presStyleCnt="7"/>
      <dgm:spPr/>
    </dgm:pt>
    <dgm:pt modelId="{8C1967BA-5533-47E4-B82A-B8A8514E9347}" type="pres">
      <dgm:prSet presAssocID="{AC265FBF-46F7-4DC5-9E25-D2252FD35E4F}" presName="node" presStyleLbl="node1" presStyleIdx="7" presStyleCnt="8">
        <dgm:presLayoutVars>
          <dgm:bulletEnabled val="1"/>
        </dgm:presLayoutVars>
      </dgm:prSet>
      <dgm:spPr/>
    </dgm:pt>
  </dgm:ptLst>
  <dgm:cxnLst>
    <dgm:cxn modelId="{77ABBA07-1BF0-4238-AE48-44955F6583CF}" type="presOf" srcId="{AC265FBF-46F7-4DC5-9E25-D2252FD35E4F}" destId="{8C1967BA-5533-47E4-B82A-B8A8514E9347}" srcOrd="0" destOrd="0" presId="urn:microsoft.com/office/officeart/2005/8/layout/process5"/>
    <dgm:cxn modelId="{1625EC16-FA5E-4233-A7AD-D8A081BA8BA1}" type="presOf" srcId="{E70AAFF7-2981-4093-A3E2-DE731F226924}" destId="{B4F4A4B3-C25B-4E65-A017-09B3694735E6}" srcOrd="1" destOrd="0" presId="urn:microsoft.com/office/officeart/2005/8/layout/process5"/>
    <dgm:cxn modelId="{74870922-D5DD-4965-8310-91EAA4532E60}" type="presOf" srcId="{D40EF6C0-D36F-41D7-9B70-E70CBCA6A289}" destId="{419BD2D2-B4D5-407C-ADBD-A56314F1E49F}" srcOrd="0" destOrd="0" presId="urn:microsoft.com/office/officeart/2005/8/layout/process5"/>
    <dgm:cxn modelId="{28613925-E76F-4E4C-82A8-3AEA7511D63B}" type="presOf" srcId="{D028A231-6E9D-480C-B214-3F9FDF710178}" destId="{38085BDA-584F-4702-9565-6E3009E2B19F}" srcOrd="1" destOrd="0" presId="urn:microsoft.com/office/officeart/2005/8/layout/process5"/>
    <dgm:cxn modelId="{FE30B828-31E6-44CD-8C50-36E2757C835E}" type="presOf" srcId="{E77A6531-B1C0-434B-99CC-3CCE9A77B642}" destId="{899C5B37-2FB0-4265-AC36-35181CB09DFD}" srcOrd="1" destOrd="0" presId="urn:microsoft.com/office/officeart/2005/8/layout/process5"/>
    <dgm:cxn modelId="{7F00392B-1489-4A6D-A38F-4421CAF1189C}" srcId="{72D1DAE1-E0F8-4925-AF72-0A04BD14ADD3}" destId="{9603F634-A4C7-4209-9179-D80715CED6F8}" srcOrd="6" destOrd="0" parTransId="{5BC386D1-78CC-4536-BB29-1A7E149CB40E}" sibTransId="{DBAF7C7D-253B-4E67-A931-96ED72B40AB9}"/>
    <dgm:cxn modelId="{0984E947-2433-49BD-86EB-CA13724A6BD1}" type="presOf" srcId="{9603F634-A4C7-4209-9179-D80715CED6F8}" destId="{4F495C56-2959-4E6A-8EC2-A168D3ECD647}" srcOrd="0" destOrd="0" presId="urn:microsoft.com/office/officeart/2005/8/layout/process5"/>
    <dgm:cxn modelId="{BAC93B49-18EC-4DF0-B2EE-472D52F6ABF0}" type="presOf" srcId="{22648097-C396-493B-95E3-F0AF7425568F}" destId="{4C671EB3-39C3-49C2-9076-C47D0D4F48E0}" srcOrd="0" destOrd="0" presId="urn:microsoft.com/office/officeart/2005/8/layout/process5"/>
    <dgm:cxn modelId="{05B3E24A-5BEF-4B9D-A44A-7AF0DF5C36DD}" srcId="{72D1DAE1-E0F8-4925-AF72-0A04BD14ADD3}" destId="{4EB3396D-4E67-4C8F-9397-B7F96086894A}" srcOrd="1" destOrd="0" parTransId="{6F2BFC21-5EB9-436E-B3E7-CE266592A03D}" sibTransId="{22648097-C396-493B-95E3-F0AF7425568F}"/>
    <dgm:cxn modelId="{E675B25B-9D22-4288-ABAD-81917EA3FF88}" type="presOf" srcId="{BB237091-E5A6-4F4C-8505-7278C335D666}" destId="{F3E461F6-48B3-47DC-9A1F-B5BAEA74A323}" srcOrd="0" destOrd="0" presId="urn:microsoft.com/office/officeart/2005/8/layout/process5"/>
    <dgm:cxn modelId="{1623EB60-2DBF-4B9A-B845-24A778FEC67C}" type="presOf" srcId="{D028A231-6E9D-480C-B214-3F9FDF710178}" destId="{51190AE2-7B05-46F8-BE7C-AEDCA217E466}" srcOrd="0" destOrd="0" presId="urn:microsoft.com/office/officeart/2005/8/layout/process5"/>
    <dgm:cxn modelId="{FF677F63-3449-4827-A348-A1D43105F936}" srcId="{72D1DAE1-E0F8-4925-AF72-0A04BD14ADD3}" destId="{FF728AA8-EDCF-43AE-ACAB-A890B65B7D16}" srcOrd="3" destOrd="0" parTransId="{6367CE65-892F-41D1-AD74-FC1153C371B2}" sibTransId="{E77A6531-B1C0-434B-99CC-3CCE9A77B642}"/>
    <dgm:cxn modelId="{A168A565-8FDA-4876-BD17-7393AE249185}" type="presOf" srcId="{22648097-C396-493B-95E3-F0AF7425568F}" destId="{575F8806-CA32-4FC4-BE1E-57DE2E9388C6}" srcOrd="1" destOrd="0" presId="urn:microsoft.com/office/officeart/2005/8/layout/process5"/>
    <dgm:cxn modelId="{5DC13070-4D6D-417E-AF8B-FE70D21BF6C4}" type="presOf" srcId="{FF728AA8-EDCF-43AE-ACAB-A890B65B7D16}" destId="{0E20A142-0236-4658-A545-406F7914B124}" srcOrd="0" destOrd="0" presId="urn:microsoft.com/office/officeart/2005/8/layout/process5"/>
    <dgm:cxn modelId="{198F5E71-2A02-4F78-B52B-F735B3C642F4}" type="presOf" srcId="{72D1DAE1-E0F8-4925-AF72-0A04BD14ADD3}" destId="{637CE9B6-5D0C-4516-8440-9C7FE9618B5F}" srcOrd="0" destOrd="0" presId="urn:microsoft.com/office/officeart/2005/8/layout/process5"/>
    <dgm:cxn modelId="{37F65C79-9E1A-4C8B-9B81-B0F1EA84C2E2}" type="presOf" srcId="{536B40E3-2A62-4BDB-B4BB-FB46892A7EA4}" destId="{1A266D5C-2D49-4204-8FDB-2716B1E6C65F}" srcOrd="1" destOrd="0" presId="urn:microsoft.com/office/officeart/2005/8/layout/process5"/>
    <dgm:cxn modelId="{34C33088-FADA-445A-8F09-E237CC88FDF0}" type="presOf" srcId="{4EB3396D-4E67-4C8F-9397-B7F96086894A}" destId="{307A6F1F-92B2-417B-80B5-343343706B4B}" srcOrd="0" destOrd="0" presId="urn:microsoft.com/office/officeart/2005/8/layout/process5"/>
    <dgm:cxn modelId="{4F3FCB90-9F3F-4FBD-BC28-24B7E3D7DF81}" type="presOf" srcId="{D40EF6C0-D36F-41D7-9B70-E70CBCA6A289}" destId="{EC45BC48-CC47-4253-9A62-43539395CD35}" srcOrd="1" destOrd="0" presId="urn:microsoft.com/office/officeart/2005/8/layout/process5"/>
    <dgm:cxn modelId="{BC69C69B-224E-4A19-8656-D61D607EDBB8}" type="presOf" srcId="{E77A6531-B1C0-434B-99CC-3CCE9A77B642}" destId="{39504321-1D04-404B-AEF7-3291F9DD0099}" srcOrd="0" destOrd="0" presId="urn:microsoft.com/office/officeart/2005/8/layout/process5"/>
    <dgm:cxn modelId="{4ED99A9C-D3BF-4204-8A28-78EB9F9A507B}" type="presOf" srcId="{DBAF7C7D-253B-4E67-A931-96ED72B40AB9}" destId="{680C396C-6368-475E-A202-EBC721C30E37}" srcOrd="0" destOrd="0" presId="urn:microsoft.com/office/officeart/2005/8/layout/process5"/>
    <dgm:cxn modelId="{E42FF4A4-8A51-4620-99BC-BA06D3F679A5}" type="presOf" srcId="{DBAF7C7D-253B-4E67-A931-96ED72B40AB9}" destId="{9222EB88-272D-466C-A5D1-B15A358BC7BF}" srcOrd="1" destOrd="0" presId="urn:microsoft.com/office/officeart/2005/8/layout/process5"/>
    <dgm:cxn modelId="{1CBCE6A5-585D-4132-AF94-68C86437CE9F}" srcId="{72D1DAE1-E0F8-4925-AF72-0A04BD14ADD3}" destId="{24C9B526-B424-4198-AA80-C4B3D2339B52}" srcOrd="5" destOrd="0" parTransId="{7290EC3F-09B3-4532-9ACB-DB7E1D90B163}" sibTransId="{D028A231-6E9D-480C-B214-3F9FDF710178}"/>
    <dgm:cxn modelId="{E15B28B6-3E80-46A7-9861-52A34BF3C3BA}" type="presOf" srcId="{536B40E3-2A62-4BDB-B4BB-FB46892A7EA4}" destId="{A5FCF2A8-F4F0-40F0-823A-5B62329B945B}" srcOrd="0" destOrd="0" presId="urn:microsoft.com/office/officeart/2005/8/layout/process5"/>
    <dgm:cxn modelId="{268AA8B7-02B9-4891-BFF0-EBE47B99C325}" srcId="{72D1DAE1-E0F8-4925-AF72-0A04BD14ADD3}" destId="{9E6B895A-1A75-476F-A20A-AF4A6AA58178}" srcOrd="4" destOrd="0" parTransId="{570D545C-D11D-4FA2-BCED-2D98232B3FEA}" sibTransId="{E70AAFF7-2981-4093-A3E2-DE731F226924}"/>
    <dgm:cxn modelId="{733E7EC2-F069-492B-9920-E457B41A3949}" type="presOf" srcId="{E70AAFF7-2981-4093-A3E2-DE731F226924}" destId="{CE40F3DD-6429-48D5-9672-8358E7816952}" srcOrd="0" destOrd="0" presId="urn:microsoft.com/office/officeart/2005/8/layout/process5"/>
    <dgm:cxn modelId="{D8E5E4D5-EB05-4B12-905E-C480AE133710}" type="presOf" srcId="{92D1A402-A719-43CD-829B-3A1BDF243EF0}" destId="{71ABC616-3DC9-4909-B169-7ADC18D0D081}" srcOrd="0" destOrd="0" presId="urn:microsoft.com/office/officeart/2005/8/layout/process5"/>
    <dgm:cxn modelId="{C212ECD9-03BE-4224-BCD1-F3DE53AEF5B5}" srcId="{72D1DAE1-E0F8-4925-AF72-0A04BD14ADD3}" destId="{92D1A402-A719-43CD-829B-3A1BDF243EF0}" srcOrd="0" destOrd="0" parTransId="{0BAA11C5-A47C-4EC5-8F4F-7164167EF6E4}" sibTransId="{D40EF6C0-D36F-41D7-9B70-E70CBCA6A289}"/>
    <dgm:cxn modelId="{ED850BDC-9AE1-4E05-8D1B-55E5011D3B7A}" srcId="{72D1DAE1-E0F8-4925-AF72-0A04BD14ADD3}" destId="{AC265FBF-46F7-4DC5-9E25-D2252FD35E4F}" srcOrd="7" destOrd="0" parTransId="{BA7BCD69-4B01-4F0E-90F8-5F204991056F}" sibTransId="{8DEE2FC1-62C9-4F1C-9543-A717BEFFF86A}"/>
    <dgm:cxn modelId="{DA6C2CDD-0614-4D7B-9171-635C58607F07}" srcId="{72D1DAE1-E0F8-4925-AF72-0A04BD14ADD3}" destId="{BB237091-E5A6-4F4C-8505-7278C335D666}" srcOrd="2" destOrd="0" parTransId="{16FC19AD-587E-40E0-A87D-E4885D65A980}" sibTransId="{536B40E3-2A62-4BDB-B4BB-FB46892A7EA4}"/>
    <dgm:cxn modelId="{89A9EEE4-62D9-4FE2-BFFA-958CC6344CB8}" type="presOf" srcId="{9E6B895A-1A75-476F-A20A-AF4A6AA58178}" destId="{809DC41C-F072-4C4A-9C25-68E816DC4480}" srcOrd="0" destOrd="0" presId="urn:microsoft.com/office/officeart/2005/8/layout/process5"/>
    <dgm:cxn modelId="{D12139E6-3ED6-409D-85A9-56B0A59DB884}" type="presOf" srcId="{24C9B526-B424-4198-AA80-C4B3D2339B52}" destId="{8C5C7AAF-FE83-42A0-B38E-A8AF363FA452}" srcOrd="0" destOrd="0" presId="urn:microsoft.com/office/officeart/2005/8/layout/process5"/>
    <dgm:cxn modelId="{C2BEDE9E-A36E-42B8-AB2F-A92405FED1C5}" type="presParOf" srcId="{637CE9B6-5D0C-4516-8440-9C7FE9618B5F}" destId="{71ABC616-3DC9-4909-B169-7ADC18D0D081}" srcOrd="0" destOrd="0" presId="urn:microsoft.com/office/officeart/2005/8/layout/process5"/>
    <dgm:cxn modelId="{FA336026-B299-423D-884F-6F3D50339DA2}" type="presParOf" srcId="{637CE9B6-5D0C-4516-8440-9C7FE9618B5F}" destId="{419BD2D2-B4D5-407C-ADBD-A56314F1E49F}" srcOrd="1" destOrd="0" presId="urn:microsoft.com/office/officeart/2005/8/layout/process5"/>
    <dgm:cxn modelId="{FF50E9F2-6C93-40E9-97FD-0A2C86ADEFE1}" type="presParOf" srcId="{419BD2D2-B4D5-407C-ADBD-A56314F1E49F}" destId="{EC45BC48-CC47-4253-9A62-43539395CD35}" srcOrd="0" destOrd="0" presId="urn:microsoft.com/office/officeart/2005/8/layout/process5"/>
    <dgm:cxn modelId="{19BF7C37-DC92-4612-8F05-B38DA58892C0}" type="presParOf" srcId="{637CE9B6-5D0C-4516-8440-9C7FE9618B5F}" destId="{307A6F1F-92B2-417B-80B5-343343706B4B}" srcOrd="2" destOrd="0" presId="urn:microsoft.com/office/officeart/2005/8/layout/process5"/>
    <dgm:cxn modelId="{4A06FBAC-C490-4030-879A-8F0E4AF4D2CB}" type="presParOf" srcId="{637CE9B6-5D0C-4516-8440-9C7FE9618B5F}" destId="{4C671EB3-39C3-49C2-9076-C47D0D4F48E0}" srcOrd="3" destOrd="0" presId="urn:microsoft.com/office/officeart/2005/8/layout/process5"/>
    <dgm:cxn modelId="{A0AD2042-CAA8-4173-A216-1AC6E5BAB621}" type="presParOf" srcId="{4C671EB3-39C3-49C2-9076-C47D0D4F48E0}" destId="{575F8806-CA32-4FC4-BE1E-57DE2E9388C6}" srcOrd="0" destOrd="0" presId="urn:microsoft.com/office/officeart/2005/8/layout/process5"/>
    <dgm:cxn modelId="{0ECFCF15-4909-40CE-9D52-6CA58A68250F}" type="presParOf" srcId="{637CE9B6-5D0C-4516-8440-9C7FE9618B5F}" destId="{F3E461F6-48B3-47DC-9A1F-B5BAEA74A323}" srcOrd="4" destOrd="0" presId="urn:microsoft.com/office/officeart/2005/8/layout/process5"/>
    <dgm:cxn modelId="{B9B8E5C0-607F-4559-B1A6-3B005937BF7E}" type="presParOf" srcId="{637CE9B6-5D0C-4516-8440-9C7FE9618B5F}" destId="{A5FCF2A8-F4F0-40F0-823A-5B62329B945B}" srcOrd="5" destOrd="0" presId="urn:microsoft.com/office/officeart/2005/8/layout/process5"/>
    <dgm:cxn modelId="{C95F95CB-853D-46A8-9AA8-EB1FC6647EE1}" type="presParOf" srcId="{A5FCF2A8-F4F0-40F0-823A-5B62329B945B}" destId="{1A266D5C-2D49-4204-8FDB-2716B1E6C65F}" srcOrd="0" destOrd="0" presId="urn:microsoft.com/office/officeart/2005/8/layout/process5"/>
    <dgm:cxn modelId="{04E5D8AC-5A72-4446-8E91-5AE8EDD6F8BD}" type="presParOf" srcId="{637CE9B6-5D0C-4516-8440-9C7FE9618B5F}" destId="{0E20A142-0236-4658-A545-406F7914B124}" srcOrd="6" destOrd="0" presId="urn:microsoft.com/office/officeart/2005/8/layout/process5"/>
    <dgm:cxn modelId="{4CD70C47-674A-4D87-9003-489A822CC711}" type="presParOf" srcId="{637CE9B6-5D0C-4516-8440-9C7FE9618B5F}" destId="{39504321-1D04-404B-AEF7-3291F9DD0099}" srcOrd="7" destOrd="0" presId="urn:microsoft.com/office/officeart/2005/8/layout/process5"/>
    <dgm:cxn modelId="{3104B1FF-FF89-41F8-B163-878646DC5E0D}" type="presParOf" srcId="{39504321-1D04-404B-AEF7-3291F9DD0099}" destId="{899C5B37-2FB0-4265-AC36-35181CB09DFD}" srcOrd="0" destOrd="0" presId="urn:microsoft.com/office/officeart/2005/8/layout/process5"/>
    <dgm:cxn modelId="{60C1057E-A9BC-46F2-A900-0BB6FA63B493}" type="presParOf" srcId="{637CE9B6-5D0C-4516-8440-9C7FE9618B5F}" destId="{809DC41C-F072-4C4A-9C25-68E816DC4480}" srcOrd="8" destOrd="0" presId="urn:microsoft.com/office/officeart/2005/8/layout/process5"/>
    <dgm:cxn modelId="{873F5494-3458-42F5-90B9-8DAF0497E8A1}" type="presParOf" srcId="{637CE9B6-5D0C-4516-8440-9C7FE9618B5F}" destId="{CE40F3DD-6429-48D5-9672-8358E7816952}" srcOrd="9" destOrd="0" presId="urn:microsoft.com/office/officeart/2005/8/layout/process5"/>
    <dgm:cxn modelId="{0DA6742C-7A8F-4F98-848B-EFC5E869C8B5}" type="presParOf" srcId="{CE40F3DD-6429-48D5-9672-8358E7816952}" destId="{B4F4A4B3-C25B-4E65-A017-09B3694735E6}" srcOrd="0" destOrd="0" presId="urn:microsoft.com/office/officeart/2005/8/layout/process5"/>
    <dgm:cxn modelId="{770F75BB-2E77-46D1-A981-DC336E496F22}" type="presParOf" srcId="{637CE9B6-5D0C-4516-8440-9C7FE9618B5F}" destId="{8C5C7AAF-FE83-42A0-B38E-A8AF363FA452}" srcOrd="10" destOrd="0" presId="urn:microsoft.com/office/officeart/2005/8/layout/process5"/>
    <dgm:cxn modelId="{EC2BCFFE-2743-4A3C-B783-608364B4672E}" type="presParOf" srcId="{637CE9B6-5D0C-4516-8440-9C7FE9618B5F}" destId="{51190AE2-7B05-46F8-BE7C-AEDCA217E466}" srcOrd="11" destOrd="0" presId="urn:microsoft.com/office/officeart/2005/8/layout/process5"/>
    <dgm:cxn modelId="{80A76584-7580-471C-BD3F-FABBEB51CFB5}" type="presParOf" srcId="{51190AE2-7B05-46F8-BE7C-AEDCA217E466}" destId="{38085BDA-584F-4702-9565-6E3009E2B19F}" srcOrd="0" destOrd="0" presId="urn:microsoft.com/office/officeart/2005/8/layout/process5"/>
    <dgm:cxn modelId="{809A403F-11E3-43E0-8D26-FAB550A058AE}" type="presParOf" srcId="{637CE9B6-5D0C-4516-8440-9C7FE9618B5F}" destId="{4F495C56-2959-4E6A-8EC2-A168D3ECD647}" srcOrd="12" destOrd="0" presId="urn:microsoft.com/office/officeart/2005/8/layout/process5"/>
    <dgm:cxn modelId="{C6728A5E-A679-44F1-967D-BB4F9385E954}" type="presParOf" srcId="{637CE9B6-5D0C-4516-8440-9C7FE9618B5F}" destId="{680C396C-6368-475E-A202-EBC721C30E37}" srcOrd="13" destOrd="0" presId="urn:microsoft.com/office/officeart/2005/8/layout/process5"/>
    <dgm:cxn modelId="{7889CB95-694A-41F9-B2AD-D683ACEE42C7}" type="presParOf" srcId="{680C396C-6368-475E-A202-EBC721C30E37}" destId="{9222EB88-272D-466C-A5D1-B15A358BC7BF}" srcOrd="0" destOrd="0" presId="urn:microsoft.com/office/officeart/2005/8/layout/process5"/>
    <dgm:cxn modelId="{B78DAEA5-F9A7-4890-8E90-483AB24ABB41}" type="presParOf" srcId="{637CE9B6-5D0C-4516-8440-9C7FE9618B5F}" destId="{8C1967BA-5533-47E4-B82A-B8A8514E9347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8B97F5-855B-4B75-84CE-04453B6E3EA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CF3D69BC-C2B9-4A0B-83CD-28F74A3ED620}">
      <dgm:prSet/>
      <dgm:spPr/>
      <dgm:t>
        <a:bodyPr/>
        <a:lstStyle/>
        <a:p>
          <a:pPr rtl="0">
            <a:defRPr cap="all"/>
          </a:pPr>
          <a:r>
            <a:rPr lang="en-US" b="1">
              <a:latin typeface="Times New Roman"/>
              <a:cs typeface="Times New Roman"/>
            </a:rPr>
            <a:t>Questions?</a:t>
          </a:r>
        </a:p>
      </dgm:t>
    </dgm:pt>
    <dgm:pt modelId="{C8704382-E21F-4C23-AD48-BF8C8A7372A1}" type="parTrans" cxnId="{6E9616C9-B7C7-43B0-A877-54E41A4FE793}">
      <dgm:prSet/>
      <dgm:spPr/>
      <dgm:t>
        <a:bodyPr/>
        <a:lstStyle/>
        <a:p>
          <a:endParaRPr lang="en-US"/>
        </a:p>
      </dgm:t>
    </dgm:pt>
    <dgm:pt modelId="{BB93BE9D-7A98-4B06-8609-DFBE3F3C767F}" type="sibTrans" cxnId="{6E9616C9-B7C7-43B0-A877-54E41A4FE793}">
      <dgm:prSet/>
      <dgm:spPr/>
      <dgm:t>
        <a:bodyPr/>
        <a:lstStyle/>
        <a:p>
          <a:endParaRPr lang="en-US"/>
        </a:p>
      </dgm:t>
    </dgm:pt>
    <dgm:pt modelId="{3062F32B-0E77-47C4-AB9F-2FE69826DC99}" type="pres">
      <dgm:prSet presAssocID="{1A8B97F5-855B-4B75-84CE-04453B6E3EAC}" presName="root" presStyleCnt="0">
        <dgm:presLayoutVars>
          <dgm:dir/>
          <dgm:resizeHandles val="exact"/>
        </dgm:presLayoutVars>
      </dgm:prSet>
      <dgm:spPr/>
    </dgm:pt>
    <dgm:pt modelId="{94D1A816-2B57-4D38-8310-B79BE54A7EA9}" type="pres">
      <dgm:prSet presAssocID="{CF3D69BC-C2B9-4A0B-83CD-28F74A3ED620}" presName="compNode" presStyleCnt="0"/>
      <dgm:spPr/>
    </dgm:pt>
    <dgm:pt modelId="{F19A4B07-7446-4301-BCE0-0E6B4EA8628E}" type="pres">
      <dgm:prSet presAssocID="{CF3D69BC-C2B9-4A0B-83CD-28F74A3ED620}" presName="iconBgRect" presStyleLbl="bgShp" presStyleIdx="0" presStyleCnt="1"/>
      <dgm:spPr/>
    </dgm:pt>
    <dgm:pt modelId="{B5565A7B-6968-4683-AC75-751DF9B85BB8}" type="pres">
      <dgm:prSet presAssocID="{CF3D69BC-C2B9-4A0B-83CD-28F74A3ED620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6CC606AB-ECC3-4ECA-A89D-4CE346CF4D7C}" type="pres">
      <dgm:prSet presAssocID="{CF3D69BC-C2B9-4A0B-83CD-28F74A3ED620}" presName="spaceRect" presStyleCnt="0"/>
      <dgm:spPr/>
    </dgm:pt>
    <dgm:pt modelId="{DD94ED04-78AB-4476-A9F9-385884AEECCD}" type="pres">
      <dgm:prSet presAssocID="{CF3D69BC-C2B9-4A0B-83CD-28F74A3ED620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6909C337-3BF4-4499-B00C-D004EB1A6E66}" type="presOf" srcId="{1A8B97F5-855B-4B75-84CE-04453B6E3EAC}" destId="{3062F32B-0E77-47C4-AB9F-2FE69826DC99}" srcOrd="0" destOrd="0" presId="urn:microsoft.com/office/officeart/2018/5/layout/IconCircleLabelList"/>
    <dgm:cxn modelId="{F4387EAA-4DAB-4775-8B5F-3E881DC94282}" type="presOf" srcId="{CF3D69BC-C2B9-4A0B-83CD-28F74A3ED620}" destId="{DD94ED04-78AB-4476-A9F9-385884AEECCD}" srcOrd="0" destOrd="0" presId="urn:microsoft.com/office/officeart/2018/5/layout/IconCircleLabelList"/>
    <dgm:cxn modelId="{6E9616C9-B7C7-43B0-A877-54E41A4FE793}" srcId="{1A8B97F5-855B-4B75-84CE-04453B6E3EAC}" destId="{CF3D69BC-C2B9-4A0B-83CD-28F74A3ED620}" srcOrd="0" destOrd="0" parTransId="{C8704382-E21F-4C23-AD48-BF8C8A7372A1}" sibTransId="{BB93BE9D-7A98-4B06-8609-DFBE3F3C767F}"/>
    <dgm:cxn modelId="{F02EE1F8-6C85-4700-B287-E3F0F7B03336}" type="presParOf" srcId="{3062F32B-0E77-47C4-AB9F-2FE69826DC99}" destId="{94D1A816-2B57-4D38-8310-B79BE54A7EA9}" srcOrd="0" destOrd="0" presId="urn:microsoft.com/office/officeart/2018/5/layout/IconCircleLabelList"/>
    <dgm:cxn modelId="{EDBDD150-665E-49FE-BB2D-64A7B30C9732}" type="presParOf" srcId="{94D1A816-2B57-4D38-8310-B79BE54A7EA9}" destId="{F19A4B07-7446-4301-BCE0-0E6B4EA8628E}" srcOrd="0" destOrd="0" presId="urn:microsoft.com/office/officeart/2018/5/layout/IconCircleLabelList"/>
    <dgm:cxn modelId="{51B268CD-D4A1-412A-8335-BA4CAE254757}" type="presParOf" srcId="{94D1A816-2B57-4D38-8310-B79BE54A7EA9}" destId="{B5565A7B-6968-4683-AC75-751DF9B85BB8}" srcOrd="1" destOrd="0" presId="urn:microsoft.com/office/officeart/2018/5/layout/IconCircleLabelList"/>
    <dgm:cxn modelId="{F4AF96C4-4BBD-44AE-904F-361B906A2559}" type="presParOf" srcId="{94D1A816-2B57-4D38-8310-B79BE54A7EA9}" destId="{6CC606AB-ECC3-4ECA-A89D-4CE346CF4D7C}" srcOrd="2" destOrd="0" presId="urn:microsoft.com/office/officeart/2018/5/layout/IconCircleLabelList"/>
    <dgm:cxn modelId="{8481D31D-6EA6-452F-B8F0-41566D03E7F7}" type="presParOf" srcId="{94D1A816-2B57-4D38-8310-B79BE54A7EA9}" destId="{DD94ED04-78AB-4476-A9F9-385884AEEC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02D23-DE1B-42CF-9702-6797AF84D7BC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02BCC-0024-4AB4-9A6D-A1B63A48B397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34822-215B-48BD-A047-A8361DFD1819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Times New Roman"/>
              <a:cs typeface="Times New Roman"/>
            </a:rPr>
            <a:t>Privacy-first: </a:t>
          </a:r>
          <a:r>
            <a:rPr lang="en-US" sz="2500" kern="1200">
              <a:latin typeface="Times New Roman"/>
              <a:cs typeface="Times New Roman"/>
            </a:rPr>
            <a:t>On-device processing for sensitive notes</a:t>
          </a:r>
        </a:p>
      </dsp:txBody>
      <dsp:txXfrm>
        <a:off x="1909124" y="706"/>
        <a:ext cx="5040315" cy="1652921"/>
      </dsp:txXfrm>
    </dsp:sp>
    <dsp:sp modelId="{04D10653-E578-4D0C-80CB-75841ACAB15A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A94CC-5AD5-410F-849C-F2F5B74AF889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0DB33-ABF7-466E-8F08-7B72F45CF35B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Times New Roman"/>
              <a:cs typeface="Times New Roman"/>
            </a:rPr>
            <a:t>Offline access: </a:t>
          </a:r>
          <a:r>
            <a:rPr lang="en-US" sz="2500" kern="1200">
              <a:latin typeface="Times New Roman"/>
              <a:cs typeface="Times New Roman"/>
            </a:rPr>
            <a:t>AI support without active internet</a:t>
          </a:r>
        </a:p>
      </dsp:txBody>
      <dsp:txXfrm>
        <a:off x="1909124" y="2066858"/>
        <a:ext cx="5040315" cy="1652921"/>
      </dsp:txXfrm>
    </dsp:sp>
    <dsp:sp modelId="{D98F6D7C-4641-4DE7-A4D8-B55E19E4AD66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D21AD-EB96-441C-8E03-F3C9D824F0ED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E50A5-EB7A-4297-837F-C9291F7957B2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Times New Roman"/>
              <a:cs typeface="Times New Roman"/>
            </a:rPr>
            <a:t>Productivity support: </a:t>
          </a:r>
          <a:r>
            <a:rPr lang="en-US" sz="2500" kern="1200">
              <a:latin typeface="Times New Roman"/>
              <a:cs typeface="Times New Roman"/>
            </a:rPr>
            <a:t>Fast summarization and rewriting inside the app</a:t>
          </a:r>
        </a:p>
      </dsp:txBody>
      <dsp:txXfrm>
        <a:off x="1909124" y="4133010"/>
        <a:ext cx="5040315" cy="16529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B7B91-3309-4C16-B646-9A190B707F80}">
      <dsp:nvSpPr>
        <dsp:cNvPr id="0" name=""/>
        <dsp:cNvSpPr/>
      </dsp:nvSpPr>
      <dsp:spPr>
        <a:xfrm>
          <a:off x="644018" y="542176"/>
          <a:ext cx="1990125" cy="1990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130FCFD-DD32-4EC1-9045-3EA691CBA672}">
      <dsp:nvSpPr>
        <dsp:cNvPr id="0" name=""/>
        <dsp:cNvSpPr/>
      </dsp:nvSpPr>
      <dsp:spPr>
        <a:xfrm>
          <a:off x="1068143" y="966301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C739847-256F-4318-B139-245A1B47D320}">
      <dsp:nvSpPr>
        <dsp:cNvPr id="0" name=""/>
        <dsp:cNvSpPr/>
      </dsp:nvSpPr>
      <dsp:spPr>
        <a:xfrm>
          <a:off x="7830" y="3152177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u="none" kern="1200">
              <a:latin typeface="Times New Roman"/>
              <a:cs typeface="Times New Roman"/>
            </a:rPr>
            <a:t>Smart Offline Summarizer</a:t>
          </a:r>
          <a:r>
            <a:rPr lang="en-US" sz="1800" b="0" kern="1200">
              <a:latin typeface="Times New Roman"/>
              <a:cs typeface="Times New Roman"/>
            </a:rPr>
            <a:t> </a:t>
          </a:r>
          <a:r>
            <a:rPr lang="en-US" sz="1200" i="0" u="none" kern="1200">
              <a:latin typeface="Times New Roman"/>
              <a:cs typeface="Times New Roman"/>
            </a:rPr>
            <a:t>Generates concise summaries from notes</a:t>
          </a:r>
          <a:endParaRPr lang="en-US" sz="1200" b="0" u="none" kern="1200">
            <a:latin typeface="Times New Roman"/>
            <a:cs typeface="Times New Roman"/>
          </a:endParaRPr>
        </a:p>
      </dsp:txBody>
      <dsp:txXfrm>
        <a:off x="7830" y="3152177"/>
        <a:ext cx="3262500" cy="720000"/>
      </dsp:txXfrm>
    </dsp:sp>
    <dsp:sp modelId="{C617C29C-151D-4B3D-8474-0D51E60D26B1}">
      <dsp:nvSpPr>
        <dsp:cNvPr id="0" name=""/>
        <dsp:cNvSpPr/>
      </dsp:nvSpPr>
      <dsp:spPr>
        <a:xfrm>
          <a:off x="4477456" y="542176"/>
          <a:ext cx="1990125" cy="1990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2EBE3C4-8A89-4CAB-AA6A-A564C07A7859}">
      <dsp:nvSpPr>
        <dsp:cNvPr id="0" name=""/>
        <dsp:cNvSpPr/>
      </dsp:nvSpPr>
      <dsp:spPr>
        <a:xfrm>
          <a:off x="4901581" y="966301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C838278-DADC-4B15-AD86-876CC6F7DC42}">
      <dsp:nvSpPr>
        <dsp:cNvPr id="0" name=""/>
        <dsp:cNvSpPr/>
      </dsp:nvSpPr>
      <dsp:spPr>
        <a:xfrm>
          <a:off x="3841268" y="3152177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>
              <a:latin typeface="Times New Roman"/>
              <a:cs typeface="Times New Roman"/>
            </a:rPr>
            <a:t>AI Tone Changer    </a:t>
          </a:r>
          <a:r>
            <a:rPr lang="en-US" sz="1800" b="1" kern="1200">
              <a:latin typeface="Times New Roman"/>
              <a:cs typeface="Times New Roman"/>
            </a:rPr>
            <a:t>                                </a:t>
          </a:r>
          <a:r>
            <a:rPr lang="en-US" sz="1800" kern="1200">
              <a:latin typeface="Times New Roman"/>
              <a:cs typeface="Times New Roman"/>
            </a:rPr>
            <a:t>                      </a:t>
          </a:r>
          <a:r>
            <a:rPr lang="en-US" sz="1200" kern="1200">
              <a:latin typeface="Times New Roman"/>
              <a:cs typeface="Times New Roman"/>
            </a:rPr>
            <a:t>Rewrites notes in Professional or Academic style</a:t>
          </a:r>
        </a:p>
      </dsp:txBody>
      <dsp:txXfrm>
        <a:off x="3841268" y="3152177"/>
        <a:ext cx="3262500" cy="720000"/>
      </dsp:txXfrm>
    </dsp:sp>
    <dsp:sp modelId="{9377F867-B2B3-42CC-BB0F-4ECC17F621E4}">
      <dsp:nvSpPr>
        <dsp:cNvPr id="0" name=""/>
        <dsp:cNvSpPr/>
      </dsp:nvSpPr>
      <dsp:spPr>
        <a:xfrm>
          <a:off x="8310893" y="542176"/>
          <a:ext cx="1990125" cy="19901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87F1F3B-B4D2-4445-B2FF-3A3C3BCA2674}">
      <dsp:nvSpPr>
        <dsp:cNvPr id="0" name=""/>
        <dsp:cNvSpPr/>
      </dsp:nvSpPr>
      <dsp:spPr>
        <a:xfrm>
          <a:off x="8735018" y="966301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F3E15A6-8906-443B-9973-613FD32CDFC5}">
      <dsp:nvSpPr>
        <dsp:cNvPr id="0" name=""/>
        <dsp:cNvSpPr/>
      </dsp:nvSpPr>
      <dsp:spPr>
        <a:xfrm>
          <a:off x="7674706" y="3152177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>
              <a:latin typeface="Times New Roman"/>
              <a:cs typeface="Times New Roman"/>
            </a:rPr>
            <a:t>Performance Benchmarking</a:t>
          </a:r>
          <a:r>
            <a:rPr lang="en-US" sz="1400" kern="1200">
              <a:latin typeface="Times New Roman"/>
              <a:cs typeface="Times New Roman"/>
            </a:rPr>
            <a:t> </a:t>
          </a:r>
          <a:r>
            <a:rPr lang="en-US" sz="1800" kern="1200">
              <a:latin typeface="Times New Roman"/>
              <a:cs typeface="Times New Roman"/>
            </a:rPr>
            <a:t>                            </a:t>
          </a:r>
          <a:r>
            <a:rPr lang="en-US" sz="1200" kern="1200">
              <a:latin typeface="Times New Roman"/>
              <a:cs typeface="Times New Roman"/>
            </a:rPr>
            <a:t>Measures latency, throughput, and heap usage</a:t>
          </a:r>
        </a:p>
      </dsp:txBody>
      <dsp:txXfrm>
        <a:off x="7674706" y="3152177"/>
        <a:ext cx="3262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7174F-1DE9-45F7-8808-CB683F4CF0E3}">
      <dsp:nvSpPr>
        <dsp:cNvPr id="0" name=""/>
        <dsp:cNvSpPr/>
      </dsp:nvSpPr>
      <dsp:spPr>
        <a:xfrm>
          <a:off x="510983" y="547"/>
          <a:ext cx="1637416" cy="6405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/>
              <a:cs typeface="Times New Roman"/>
            </a:rPr>
            <a:t>Enhanced Jotter</a:t>
          </a:r>
        </a:p>
      </dsp:txBody>
      <dsp:txXfrm>
        <a:off x="529744" y="19308"/>
        <a:ext cx="1599894" cy="603032"/>
      </dsp:txXfrm>
    </dsp:sp>
    <dsp:sp modelId="{D1B8417F-207E-46D7-80DB-0182169E84B8}">
      <dsp:nvSpPr>
        <dsp:cNvPr id="0" name=""/>
        <dsp:cNvSpPr/>
      </dsp:nvSpPr>
      <dsp:spPr>
        <a:xfrm rot="5400000">
          <a:off x="1209588" y="657115"/>
          <a:ext cx="240207" cy="2882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243217" y="681136"/>
        <a:ext cx="172949" cy="168145"/>
      </dsp:txXfrm>
    </dsp:sp>
    <dsp:sp modelId="{24218D17-FE1C-4FAA-9C38-8B11FE782796}">
      <dsp:nvSpPr>
        <dsp:cNvPr id="0" name=""/>
        <dsp:cNvSpPr/>
      </dsp:nvSpPr>
      <dsp:spPr>
        <a:xfrm>
          <a:off x="510983" y="961378"/>
          <a:ext cx="1637416" cy="6405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60332"/>
                <a:satOff val="-5408"/>
                <a:lumOff val="-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60332"/>
                <a:satOff val="-5408"/>
                <a:lumOff val="-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60332"/>
                <a:satOff val="-5408"/>
                <a:lumOff val="-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/>
              <a:cs typeface="Times New Roman"/>
            </a:rPr>
            <a:t>Smart offline summarization</a:t>
          </a:r>
        </a:p>
      </dsp:txBody>
      <dsp:txXfrm>
        <a:off x="529744" y="980139"/>
        <a:ext cx="1599894" cy="603032"/>
      </dsp:txXfrm>
    </dsp:sp>
    <dsp:sp modelId="{28BE0D86-BECC-4118-BD06-3D9B392238C5}">
      <dsp:nvSpPr>
        <dsp:cNvPr id="0" name=""/>
        <dsp:cNvSpPr/>
      </dsp:nvSpPr>
      <dsp:spPr>
        <a:xfrm rot="5400000">
          <a:off x="1209588" y="1617946"/>
          <a:ext cx="240207" cy="2882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347110"/>
                <a:satOff val="-7210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47110"/>
                <a:satOff val="-7210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47110"/>
                <a:satOff val="-7210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243217" y="1641967"/>
        <a:ext cx="172949" cy="168145"/>
      </dsp:txXfrm>
    </dsp:sp>
    <dsp:sp modelId="{96589D4B-CAF6-4F1E-8F77-DA51FF5EEB6A}">
      <dsp:nvSpPr>
        <dsp:cNvPr id="0" name=""/>
        <dsp:cNvSpPr/>
      </dsp:nvSpPr>
      <dsp:spPr>
        <a:xfrm>
          <a:off x="510983" y="1922209"/>
          <a:ext cx="1637416" cy="6405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520665"/>
                <a:satOff val="-10816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20665"/>
                <a:satOff val="-10816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20665"/>
                <a:satOff val="-10816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/>
              <a:cs typeface="Times New Roman"/>
            </a:rPr>
            <a:t>Tone rewriting</a:t>
          </a:r>
        </a:p>
      </dsp:txBody>
      <dsp:txXfrm>
        <a:off x="529744" y="1940970"/>
        <a:ext cx="1599894" cy="603032"/>
      </dsp:txXfrm>
    </dsp:sp>
    <dsp:sp modelId="{C0D919EF-AA21-4A9D-8E71-21CDCD20AAC6}">
      <dsp:nvSpPr>
        <dsp:cNvPr id="0" name=""/>
        <dsp:cNvSpPr/>
      </dsp:nvSpPr>
      <dsp:spPr>
        <a:xfrm rot="5400000">
          <a:off x="1209588" y="2578777"/>
          <a:ext cx="240207" cy="2882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694219"/>
                <a:satOff val="-14421"/>
                <a:lumOff val="-39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94219"/>
                <a:satOff val="-14421"/>
                <a:lumOff val="-39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94219"/>
                <a:satOff val="-14421"/>
                <a:lumOff val="-39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243217" y="2602798"/>
        <a:ext cx="172949" cy="168145"/>
      </dsp:txXfrm>
    </dsp:sp>
    <dsp:sp modelId="{E0C863DC-C278-4B61-AD93-B947F843FFAA}">
      <dsp:nvSpPr>
        <dsp:cNvPr id="0" name=""/>
        <dsp:cNvSpPr/>
      </dsp:nvSpPr>
      <dsp:spPr>
        <a:xfrm>
          <a:off x="510983" y="2883040"/>
          <a:ext cx="1637416" cy="6405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80997"/>
                <a:satOff val="-16223"/>
                <a:lumOff val="-4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80997"/>
                <a:satOff val="-16223"/>
                <a:lumOff val="-4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80997"/>
                <a:satOff val="-16223"/>
                <a:lumOff val="-4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/>
              <a:cs typeface="Times New Roman"/>
            </a:rPr>
            <a:t>Performance benchmark metrics</a:t>
          </a:r>
        </a:p>
      </dsp:txBody>
      <dsp:txXfrm>
        <a:off x="529744" y="2901801"/>
        <a:ext cx="1599894" cy="603032"/>
      </dsp:txXfrm>
    </dsp:sp>
    <dsp:sp modelId="{AB27F3EC-4D88-4793-BFAF-BB9FE2CC3F81}">
      <dsp:nvSpPr>
        <dsp:cNvPr id="0" name=""/>
        <dsp:cNvSpPr/>
      </dsp:nvSpPr>
      <dsp:spPr>
        <a:xfrm rot="5400000">
          <a:off x="1209588" y="3539608"/>
          <a:ext cx="240207" cy="2882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041329"/>
                <a:satOff val="-21631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41329"/>
                <a:satOff val="-21631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41329"/>
                <a:satOff val="-21631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243217" y="3563629"/>
        <a:ext cx="172949" cy="168145"/>
      </dsp:txXfrm>
    </dsp:sp>
    <dsp:sp modelId="{F0745766-D3ED-49C6-8AB0-34734083747B}">
      <dsp:nvSpPr>
        <dsp:cNvPr id="0" name=""/>
        <dsp:cNvSpPr/>
      </dsp:nvSpPr>
      <dsp:spPr>
        <a:xfrm>
          <a:off x="510983" y="3843871"/>
          <a:ext cx="1637416" cy="6405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41329"/>
                <a:satOff val="-21631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41329"/>
                <a:satOff val="-21631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41329"/>
                <a:satOff val="-21631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/>
              <a:cs typeface="Times New Roman"/>
            </a:rPr>
            <a:t>Offline, on-device execution</a:t>
          </a:r>
        </a:p>
      </dsp:txBody>
      <dsp:txXfrm>
        <a:off x="529744" y="3862632"/>
        <a:ext cx="1599894" cy="6030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D7C89-90D7-4D76-8D39-59E2838634A7}">
      <dsp:nvSpPr>
        <dsp:cNvPr id="0" name=""/>
        <dsp:cNvSpPr/>
      </dsp:nvSpPr>
      <dsp:spPr>
        <a:xfrm>
          <a:off x="1156752" y="2203"/>
          <a:ext cx="1475272" cy="8195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/>
              <a:cs typeface="Times New Roman"/>
            </a:rPr>
            <a:t>Original Jotter</a:t>
          </a:r>
        </a:p>
      </dsp:txBody>
      <dsp:txXfrm>
        <a:off x="1180757" y="26208"/>
        <a:ext cx="1427262" cy="771586"/>
      </dsp:txXfrm>
    </dsp:sp>
    <dsp:sp modelId="{0AA2231F-89F3-49B1-9678-34741229D1AF}">
      <dsp:nvSpPr>
        <dsp:cNvPr id="0" name=""/>
        <dsp:cNvSpPr/>
      </dsp:nvSpPr>
      <dsp:spPr>
        <a:xfrm rot="5400000">
          <a:off x="1740714" y="842289"/>
          <a:ext cx="307348" cy="36881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1783743" y="873024"/>
        <a:ext cx="221290" cy="215144"/>
      </dsp:txXfrm>
    </dsp:sp>
    <dsp:sp modelId="{0A021159-49F9-45D6-BEA0-038437A154FB}">
      <dsp:nvSpPr>
        <dsp:cNvPr id="0" name=""/>
        <dsp:cNvSpPr/>
      </dsp:nvSpPr>
      <dsp:spPr>
        <a:xfrm>
          <a:off x="1156752" y="1231597"/>
          <a:ext cx="1475272" cy="8195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47110"/>
                <a:satOff val="-7210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47110"/>
                <a:satOff val="-7210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47110"/>
                <a:satOff val="-7210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/>
              <a:cs typeface="Times New Roman"/>
            </a:rPr>
            <a:t>Create, view, and edit notes</a:t>
          </a:r>
          <a:endParaRPr lang="en-US" b="1" kern="1200">
            <a:latin typeface="Times New Roman"/>
            <a:cs typeface="Times New Roman"/>
          </a:endParaRPr>
        </a:p>
      </dsp:txBody>
      <dsp:txXfrm>
        <a:off x="1180757" y="1255602"/>
        <a:ext cx="1427262" cy="771586"/>
      </dsp:txXfrm>
    </dsp:sp>
    <dsp:sp modelId="{4D09D3D0-9824-4DE4-9D88-356619816343}">
      <dsp:nvSpPr>
        <dsp:cNvPr id="0" name=""/>
        <dsp:cNvSpPr/>
      </dsp:nvSpPr>
      <dsp:spPr>
        <a:xfrm rot="5400000">
          <a:off x="1740714" y="2071683"/>
          <a:ext cx="307348" cy="36881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520665"/>
                <a:satOff val="-10816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20665"/>
                <a:satOff val="-10816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20665"/>
                <a:satOff val="-10816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1783743" y="2102418"/>
        <a:ext cx="221290" cy="215144"/>
      </dsp:txXfrm>
    </dsp:sp>
    <dsp:sp modelId="{0F038A7F-EDEC-469D-A4CE-84F646D1CE8A}">
      <dsp:nvSpPr>
        <dsp:cNvPr id="0" name=""/>
        <dsp:cNvSpPr/>
      </dsp:nvSpPr>
      <dsp:spPr>
        <a:xfrm>
          <a:off x="1156752" y="2460991"/>
          <a:ext cx="1475272" cy="8195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694219"/>
                <a:satOff val="-14421"/>
                <a:lumOff val="-39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94219"/>
                <a:satOff val="-14421"/>
                <a:lumOff val="-39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94219"/>
                <a:satOff val="-14421"/>
                <a:lumOff val="-39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/>
              <a:cs typeface="Times New Roman"/>
            </a:rPr>
            <a:t>Local Room Database storage</a:t>
          </a:r>
          <a:endParaRPr lang="en-US" b="1" kern="1200">
            <a:latin typeface="Times New Roman"/>
            <a:cs typeface="Times New Roman"/>
          </a:endParaRPr>
        </a:p>
      </dsp:txBody>
      <dsp:txXfrm>
        <a:off x="1180757" y="2484996"/>
        <a:ext cx="1427262" cy="771586"/>
      </dsp:txXfrm>
    </dsp:sp>
    <dsp:sp modelId="{6F12EC23-0823-4797-BA70-691C67368C6D}">
      <dsp:nvSpPr>
        <dsp:cNvPr id="0" name=""/>
        <dsp:cNvSpPr/>
      </dsp:nvSpPr>
      <dsp:spPr>
        <a:xfrm rot="5400000">
          <a:off x="1740714" y="3301077"/>
          <a:ext cx="307348" cy="36881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041329"/>
                <a:satOff val="-21631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41329"/>
                <a:satOff val="-21631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41329"/>
                <a:satOff val="-21631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1783743" y="3331812"/>
        <a:ext cx="221290" cy="215144"/>
      </dsp:txXfrm>
    </dsp:sp>
    <dsp:sp modelId="{35E34A2C-C0DF-4420-B0CC-F11B861DDD64}">
      <dsp:nvSpPr>
        <dsp:cNvPr id="0" name=""/>
        <dsp:cNvSpPr/>
      </dsp:nvSpPr>
      <dsp:spPr>
        <a:xfrm>
          <a:off x="1156752" y="3690385"/>
          <a:ext cx="1475272" cy="8195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41329"/>
                <a:satOff val="-21631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41329"/>
                <a:satOff val="-21631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41329"/>
                <a:satOff val="-21631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/>
              <a:cs typeface="Times New Roman"/>
            </a:rPr>
            <a:t>No AI assistance</a:t>
          </a:r>
        </a:p>
      </dsp:txBody>
      <dsp:txXfrm>
        <a:off x="1180757" y="3714390"/>
        <a:ext cx="1427262" cy="7715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BC616-3DC9-4909-B169-7ADC18D0D081}">
      <dsp:nvSpPr>
        <dsp:cNvPr id="0" name=""/>
        <dsp:cNvSpPr/>
      </dsp:nvSpPr>
      <dsp:spPr>
        <a:xfrm>
          <a:off x="4681" y="65872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User Note</a:t>
          </a:r>
        </a:p>
      </dsp:txBody>
      <dsp:txXfrm>
        <a:off x="40654" y="694699"/>
        <a:ext cx="1975044" cy="1156248"/>
      </dsp:txXfrm>
    </dsp:sp>
    <dsp:sp modelId="{419BD2D2-B4D5-407C-ADBD-A56314F1E49F}">
      <dsp:nvSpPr>
        <dsp:cNvPr id="0" name=""/>
        <dsp:cNvSpPr/>
      </dsp:nvSpPr>
      <dsp:spPr>
        <a:xfrm>
          <a:off x="2231807" y="1018996"/>
          <a:ext cx="433961" cy="507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31807" y="1120527"/>
        <a:ext cx="303773" cy="304591"/>
      </dsp:txXfrm>
    </dsp:sp>
    <dsp:sp modelId="{307A6F1F-92B2-417B-80B5-343343706B4B}">
      <dsp:nvSpPr>
        <dsp:cNvPr id="0" name=""/>
        <dsp:cNvSpPr/>
      </dsp:nvSpPr>
      <dsp:spPr>
        <a:xfrm>
          <a:off x="2870468" y="65872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AI Action</a:t>
          </a:r>
        </a:p>
      </dsp:txBody>
      <dsp:txXfrm>
        <a:off x="2906441" y="694699"/>
        <a:ext cx="1975044" cy="1156248"/>
      </dsp:txXfrm>
    </dsp:sp>
    <dsp:sp modelId="{4C671EB3-39C3-49C2-9076-C47D0D4F48E0}">
      <dsp:nvSpPr>
        <dsp:cNvPr id="0" name=""/>
        <dsp:cNvSpPr/>
      </dsp:nvSpPr>
      <dsp:spPr>
        <a:xfrm>
          <a:off x="5097593" y="1018996"/>
          <a:ext cx="433961" cy="507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097593" y="1120527"/>
        <a:ext cx="303773" cy="304591"/>
      </dsp:txXfrm>
    </dsp:sp>
    <dsp:sp modelId="{F3E461F6-48B3-47DC-9A1F-B5BAEA74A323}">
      <dsp:nvSpPr>
        <dsp:cNvPr id="0" name=""/>
        <dsp:cNvSpPr/>
      </dsp:nvSpPr>
      <dsp:spPr>
        <a:xfrm>
          <a:off x="5736254" y="65872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err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ViewModel</a:t>
          </a:r>
          <a:endParaRPr lang="en-US" sz="1400" b="1" kern="1200">
            <a:solidFill>
              <a:srgbClr val="444444"/>
            </a:solidFill>
            <a:latin typeface="Times New Roman"/>
            <a:ea typeface="Calibri"/>
            <a:cs typeface="Times New Roman"/>
          </a:endParaRPr>
        </a:p>
      </dsp:txBody>
      <dsp:txXfrm>
        <a:off x="5772227" y="694699"/>
        <a:ext cx="1975044" cy="1156248"/>
      </dsp:txXfrm>
    </dsp:sp>
    <dsp:sp modelId="{A5FCF2A8-F4F0-40F0-823A-5B62329B945B}">
      <dsp:nvSpPr>
        <dsp:cNvPr id="0" name=""/>
        <dsp:cNvSpPr/>
      </dsp:nvSpPr>
      <dsp:spPr>
        <a:xfrm>
          <a:off x="7963379" y="1018996"/>
          <a:ext cx="433961" cy="507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63379" y="1120527"/>
        <a:ext cx="303773" cy="304591"/>
      </dsp:txXfrm>
    </dsp:sp>
    <dsp:sp modelId="{0E20A142-0236-4658-A545-406F7914B124}">
      <dsp:nvSpPr>
        <dsp:cNvPr id="0" name=""/>
        <dsp:cNvSpPr/>
      </dsp:nvSpPr>
      <dsp:spPr>
        <a:xfrm>
          <a:off x="8602040" y="65872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AI Service</a:t>
          </a:r>
        </a:p>
      </dsp:txBody>
      <dsp:txXfrm>
        <a:off x="8638013" y="694699"/>
        <a:ext cx="1975044" cy="1156248"/>
      </dsp:txXfrm>
    </dsp:sp>
    <dsp:sp modelId="{39504321-1D04-404B-AEF7-3291F9DD0099}">
      <dsp:nvSpPr>
        <dsp:cNvPr id="0" name=""/>
        <dsp:cNvSpPr/>
      </dsp:nvSpPr>
      <dsp:spPr>
        <a:xfrm rot="5400000">
          <a:off x="9408555" y="2030209"/>
          <a:ext cx="433961" cy="507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-5400000">
        <a:off x="9473240" y="2067055"/>
        <a:ext cx="304591" cy="303773"/>
      </dsp:txXfrm>
    </dsp:sp>
    <dsp:sp modelId="{809DC41C-F072-4C4A-9C25-68E816DC4480}">
      <dsp:nvSpPr>
        <dsp:cNvPr id="0" name=""/>
        <dsp:cNvSpPr/>
      </dsp:nvSpPr>
      <dsp:spPr>
        <a:xfrm>
          <a:off x="8602040" y="270571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err="1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MediaPipe</a:t>
          </a:r>
          <a:r>
            <a:rPr lang="en-US" sz="1400" b="1" kern="120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 LLM</a:t>
          </a:r>
        </a:p>
      </dsp:txBody>
      <dsp:txXfrm>
        <a:off x="8638013" y="2741689"/>
        <a:ext cx="1975044" cy="1156248"/>
      </dsp:txXfrm>
    </dsp:sp>
    <dsp:sp modelId="{CE40F3DD-6429-48D5-9672-8358E7816952}">
      <dsp:nvSpPr>
        <dsp:cNvPr id="0" name=""/>
        <dsp:cNvSpPr/>
      </dsp:nvSpPr>
      <dsp:spPr>
        <a:xfrm rot="10800000">
          <a:off x="7987943" y="3065986"/>
          <a:ext cx="433961" cy="507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8118131" y="3167517"/>
        <a:ext cx="303773" cy="304591"/>
      </dsp:txXfrm>
    </dsp:sp>
    <dsp:sp modelId="{8C5C7AAF-FE83-42A0-B38E-A8AF363FA452}">
      <dsp:nvSpPr>
        <dsp:cNvPr id="0" name=""/>
        <dsp:cNvSpPr/>
      </dsp:nvSpPr>
      <dsp:spPr>
        <a:xfrm>
          <a:off x="5736254" y="270571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Local Gemma 3 1B Model</a:t>
          </a:r>
        </a:p>
      </dsp:txBody>
      <dsp:txXfrm>
        <a:off x="5772227" y="2741689"/>
        <a:ext cx="1975044" cy="1156248"/>
      </dsp:txXfrm>
    </dsp:sp>
    <dsp:sp modelId="{51190AE2-7B05-46F8-BE7C-AEDCA217E466}">
      <dsp:nvSpPr>
        <dsp:cNvPr id="0" name=""/>
        <dsp:cNvSpPr/>
      </dsp:nvSpPr>
      <dsp:spPr>
        <a:xfrm rot="10800000">
          <a:off x="5122157" y="3065986"/>
          <a:ext cx="433961" cy="507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5252345" y="3167517"/>
        <a:ext cx="303773" cy="304591"/>
      </dsp:txXfrm>
    </dsp:sp>
    <dsp:sp modelId="{4F495C56-2959-4E6A-8EC2-A168D3ECD647}">
      <dsp:nvSpPr>
        <dsp:cNvPr id="0" name=""/>
        <dsp:cNvSpPr/>
      </dsp:nvSpPr>
      <dsp:spPr>
        <a:xfrm>
          <a:off x="2870468" y="270571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AI Result Dialog</a:t>
          </a:r>
        </a:p>
      </dsp:txBody>
      <dsp:txXfrm>
        <a:off x="2906441" y="2741689"/>
        <a:ext cx="1975044" cy="1156248"/>
      </dsp:txXfrm>
    </dsp:sp>
    <dsp:sp modelId="{680C396C-6368-475E-A202-EBC721C30E37}">
      <dsp:nvSpPr>
        <dsp:cNvPr id="0" name=""/>
        <dsp:cNvSpPr/>
      </dsp:nvSpPr>
      <dsp:spPr>
        <a:xfrm rot="10800000">
          <a:off x="2256371" y="3065986"/>
          <a:ext cx="433961" cy="507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2386559" y="3167517"/>
        <a:ext cx="303773" cy="304591"/>
      </dsp:txXfrm>
    </dsp:sp>
    <dsp:sp modelId="{8C1967BA-5533-47E4-B82A-B8A8514E9347}">
      <dsp:nvSpPr>
        <dsp:cNvPr id="0" name=""/>
        <dsp:cNvSpPr/>
      </dsp:nvSpPr>
      <dsp:spPr>
        <a:xfrm>
          <a:off x="4681" y="2705716"/>
          <a:ext cx="2046990" cy="12281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Benchmark Metrics</a:t>
          </a:r>
          <a:endParaRPr lang="en-US" sz="1400" b="1" kern="1200">
            <a:latin typeface="Times New Roman"/>
            <a:cs typeface="Times New Roman"/>
          </a:endParaRPr>
        </a:p>
      </dsp:txBody>
      <dsp:txXfrm>
        <a:off x="40654" y="2741689"/>
        <a:ext cx="1975044" cy="11562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A4B07-7446-4301-BCE0-0E6B4EA8628E}">
      <dsp:nvSpPr>
        <dsp:cNvPr id="0" name=""/>
        <dsp:cNvSpPr/>
      </dsp:nvSpPr>
      <dsp:spPr>
        <a:xfrm>
          <a:off x="1919520" y="248256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565A7B-6968-4683-AC75-751DF9B85BB8}">
      <dsp:nvSpPr>
        <dsp:cNvPr id="0" name=""/>
        <dsp:cNvSpPr/>
      </dsp:nvSpPr>
      <dsp:spPr>
        <a:xfrm>
          <a:off x="2387520" y="716256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4ED04-78AB-4476-A9F9-385884AEECCD}">
      <dsp:nvSpPr>
        <dsp:cNvPr id="0" name=""/>
        <dsp:cNvSpPr/>
      </dsp:nvSpPr>
      <dsp:spPr>
        <a:xfrm>
          <a:off x="1217520" y="3128256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b="1" kern="1200">
              <a:latin typeface="Times New Roman"/>
              <a:cs typeface="Times New Roman"/>
            </a:rPr>
            <a:t>Questions?</a:t>
          </a:r>
        </a:p>
      </dsp:txBody>
      <dsp:txXfrm>
        <a:off x="1217520" y="3128256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6T22:55:56.1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25808 2935 16383 0 0,'2'0'0'0'0,"1"0"0"0"0,3 0 0 0 0,1 0 0 0 0,4 0 0 0 0,1 0 0 0 0,3 0 0 0 0,3 0 0 0 0,0 0 0 0 0,1 0 0 0 0,-2 0 0 0 0,1 0 0 0 0,-1 0 0 0 0,-2 0 0 0 0,-2 0 0 0 0,-1 0 0 0 0,-1 0 0 0 0,-1 0 0 0 0,-1 0 0 0 0,0 0 0 0 0,-2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7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6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7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1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4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2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6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9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6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4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0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3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ishrasweta088/Jotter" TargetMode="External"/><Relationship Id="rId3" Type="http://schemas.openxmlformats.org/officeDocument/2006/relationships/hyperlink" Target="https://ai.google.dev/gemma/docs" TargetMode="External"/><Relationship Id="rId7" Type="http://schemas.openxmlformats.org/officeDocument/2006/relationships/hyperlink" Target="https://developer.android.com/training/data-storage/room" TargetMode="External"/><Relationship Id="rId2" Type="http://schemas.openxmlformats.org/officeDocument/2006/relationships/hyperlink" Target="https://ai.google.dev/edge/mediapipe/solutions/genai/llm_inference/androi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topic/libraries/architecture/viewmodel" TargetMode="External"/><Relationship Id="rId5" Type="http://schemas.openxmlformats.org/officeDocument/2006/relationships/hyperlink" Target="https://developer.android.com/develop/ui/compose/state" TargetMode="External"/><Relationship Id="rId4" Type="http://schemas.openxmlformats.org/officeDocument/2006/relationships/hyperlink" Target="https://huggingface.co/litert-community/Gemma3-1B-IT/tree/mai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85788-273A-4C5E-07BC-4732E7E6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76711" cy="20954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cs typeface="Times New Roman"/>
              </a:rPr>
              <a:t>Privacy-First Intelligent Note Management using On-Device Generative AI</a:t>
            </a:r>
            <a:endParaRPr lang="en-US" sz="3200" b="0">
              <a:solidFill>
                <a:schemeClr val="accent3"/>
              </a:solidFill>
              <a:latin typeface="Times New Roman"/>
              <a:cs typeface="Times New Roman"/>
            </a:endParaRPr>
          </a:p>
          <a:p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9DEB8-2819-FFF3-386D-8E327F28D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 sz="1800"/>
            </a:br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b="1">
                <a:latin typeface="Times New Roman"/>
                <a:cs typeface="Times New Roman"/>
              </a:rPr>
              <a:t>CS-595-54 Termination Project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b="1">
                <a:latin typeface="Times New Roman"/>
                <a:cs typeface="Times New Roman"/>
              </a:rPr>
              <a:t>Advisor: </a:t>
            </a:r>
            <a:r>
              <a:rPr lang="en-US" sz="1800">
                <a:latin typeface="Times New Roman"/>
                <a:cs typeface="Times New Roman"/>
              </a:rPr>
              <a:t>Prof. Zeyu Ding</a:t>
            </a:r>
          </a:p>
          <a:p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b="1">
                <a:latin typeface="Times New Roman"/>
                <a:cs typeface="Times New Roman"/>
              </a:rPr>
              <a:t>Presenter: </a:t>
            </a:r>
          </a:p>
          <a:p>
            <a:pPr marL="0" indent="0">
              <a:buNone/>
            </a:pPr>
            <a:r>
              <a:rPr lang="en-US" sz="1800">
                <a:latin typeface="Times New Roman"/>
                <a:cs typeface="Times New Roman"/>
              </a:rPr>
              <a:t>Sweta Mishra</a:t>
            </a:r>
          </a:p>
          <a:p>
            <a:pPr marL="0" indent="0">
              <a:buNone/>
            </a:pPr>
            <a:r>
              <a:rPr lang="en-US" sz="1800">
                <a:latin typeface="Times New Roman"/>
                <a:cs typeface="Times New Roman"/>
              </a:rPr>
              <a:t>Binghamton University, SUNY</a:t>
            </a:r>
          </a:p>
          <a:p>
            <a:pPr marL="0" indent="0">
              <a:buNone/>
            </a:pPr>
            <a:r>
              <a:rPr lang="en-US" sz="1800">
                <a:latin typeface="Times New Roman"/>
                <a:cs typeface="Times New Roman"/>
              </a:rPr>
              <a:t>May 2026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>
              <a:buFont typeface="Arial,Sans-Serif" panose="020B0604020202020204" pitchFamily="34" charset="0"/>
            </a:pPr>
            <a:endParaRPr lang="en-US" sz="1800"/>
          </a:p>
          <a:p>
            <a:pPr>
              <a:buFont typeface="Arial,Sans-Serif" panose="020B0604020202020204" pitchFamily="34" charset="0"/>
            </a:pPr>
            <a:endParaRPr lang="en-US" sz="1800"/>
          </a:p>
          <a:p>
            <a:pPr>
              <a:buFont typeface="Arial,Sans-Serif" panose="020B0604020202020204" pitchFamily="34" charset="0"/>
            </a:pPr>
            <a:endParaRPr lang="en-US" sz="1800"/>
          </a:p>
          <a:p>
            <a:pPr>
              <a:buFont typeface="Arial,Sans-Serif" panose="020B0604020202020204" pitchFamily="34" charset="0"/>
            </a:pPr>
            <a:endParaRPr lang="en-US" sz="1800"/>
          </a:p>
          <a:p>
            <a:pPr>
              <a:buFont typeface="Arial,Sans-Serif" panose="020B0604020202020204" pitchFamily="34" charset="0"/>
            </a:pPr>
            <a:endParaRPr lang="en-US" sz="1800"/>
          </a:p>
          <a:p>
            <a:endParaRPr lang="en-US" sz="1800"/>
          </a:p>
        </p:txBody>
      </p:sp>
      <p:pic>
        <p:nvPicPr>
          <p:cNvPr id="4" name="Picture 3" descr="A black cell phone with white text boxes&#10;&#10;AI-generated content may be incorrect.">
            <a:extLst>
              <a:ext uri="{FF2B5EF4-FFF2-40B4-BE49-F238E27FC236}">
                <a16:creationId xmlns:a16="http://schemas.microsoft.com/office/drawing/2014/main" id="{C86374C9-F089-CFD5-82E5-1D267BFD3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27" t="5667" r="26851" b="6000"/>
          <a:stretch>
            <a:fillRect/>
          </a:stretch>
        </p:blipFill>
        <p:spPr>
          <a:xfrm>
            <a:off x="7592743" y="601980"/>
            <a:ext cx="3019025" cy="60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45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DFFDC-1110-52FE-9DDC-CBE6D484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07" y="1876528"/>
            <a:ext cx="4011254" cy="2604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200" b="0">
                <a:solidFill>
                  <a:schemeClr val="accent3"/>
                </a:solidFill>
                <a:latin typeface="Times New Roman"/>
                <a:cs typeface="Times New Roman"/>
              </a:rPr>
              <a:t>Motivation</a:t>
            </a:r>
            <a:br>
              <a:rPr lang="en-US" sz="3200" b="0">
                <a:latin typeface="Times New Roman"/>
                <a:cs typeface="Times New Roman"/>
              </a:rPr>
            </a:br>
            <a:br>
              <a:rPr lang="en-US" sz="2400" b="0">
                <a:latin typeface="Times New Roman"/>
                <a:cs typeface="Times New Roman"/>
              </a:rPr>
            </a:br>
            <a:r>
              <a:rPr lang="en-US" sz="1800" b="0">
                <a:latin typeface="Times New Roman"/>
                <a:ea typeface="+mj-lt"/>
                <a:cs typeface="Times New Roman"/>
              </a:rPr>
              <a:t>Privacy-First Notes with Local AI</a:t>
            </a:r>
            <a:br>
              <a:rPr lang="en-US" sz="1800" b="0">
                <a:latin typeface="Times New Roman"/>
                <a:cs typeface="Times New Roman"/>
              </a:rPr>
            </a:br>
            <a:br>
              <a:rPr lang="en-US" b="0">
                <a:latin typeface="Times New Roman"/>
                <a:cs typeface="Times New Roman"/>
              </a:rPr>
            </a:br>
            <a:br>
              <a:rPr lang="en-US" b="0">
                <a:latin typeface="Times New Roman"/>
                <a:cs typeface="Times New Roman"/>
              </a:rPr>
            </a:br>
            <a:endParaRPr lang="en-US" b="0">
              <a:latin typeface="Times New Roman"/>
              <a:ea typeface="+mj-lt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12AD26-5803-D092-03AF-5C14F25B4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21483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6" name="TextBox 265">
            <a:extLst>
              <a:ext uri="{FF2B5EF4-FFF2-40B4-BE49-F238E27FC236}">
                <a16:creationId xmlns:a16="http://schemas.microsoft.com/office/drawing/2014/main" id="{EAD3B4B4-ACE1-BD1C-1387-EFE0B9C90B68}"/>
              </a:ext>
            </a:extLst>
          </p:cNvPr>
          <p:cNvSpPr txBox="1"/>
          <p:nvPr/>
        </p:nvSpPr>
        <p:spPr>
          <a:xfrm>
            <a:off x="355159" y="2163324"/>
            <a:ext cx="3818776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ea typeface="+mn-lt"/>
                <a:cs typeface="Times New Roman"/>
              </a:rPr>
              <a:t>Key challenge:</a:t>
            </a:r>
          </a:p>
          <a:p>
            <a:endParaRPr lang="en-US" b="1">
              <a:latin typeface="Times New Roman"/>
              <a:ea typeface="+mn-lt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Cloud-based AI may require internet access and external note processing. 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   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This </a:t>
            </a:r>
            <a:r>
              <a:rPr lang="en-US" b="1">
                <a:latin typeface="Times New Roman"/>
                <a:ea typeface="+mn-lt"/>
                <a:cs typeface="Times New Roman"/>
              </a:rPr>
              <a:t>project</a:t>
            </a:r>
            <a:r>
              <a:rPr lang="en-US">
                <a:latin typeface="Times New Roman"/>
                <a:ea typeface="+mn-lt"/>
                <a:cs typeface="Times New Roman"/>
              </a:rPr>
              <a:t> bridges the gap with on-device AI: 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latin typeface="Times New Roman"/>
                <a:cs typeface="Times New Roman"/>
              </a:rPr>
              <a:t>Local summarization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latin typeface="Times New Roman"/>
                <a:cs typeface="Times New Roman"/>
              </a:rPr>
              <a:t>Tone </a:t>
            </a:r>
            <a:r>
              <a:rPr lang="en-US">
                <a:latin typeface="Times New Roman"/>
                <a:ea typeface="+mn-lt"/>
                <a:cs typeface="Times New Roman"/>
              </a:rPr>
              <a:t>rewriting</a:t>
            </a:r>
            <a:r>
              <a:rPr lang="en-US">
                <a:latin typeface="Times New Roman"/>
                <a:cs typeface="Times New Roman"/>
              </a:rPr>
              <a:t> 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latin typeface="Times New Roman"/>
                <a:cs typeface="Times New Roman"/>
              </a:rPr>
              <a:t>Offline execution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220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26507-722F-A852-3519-2C64DDD3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32" y="420671"/>
            <a:ext cx="10817067" cy="1471229"/>
          </a:xfrm>
        </p:spPr>
        <p:txBody>
          <a:bodyPr anchor="t">
            <a:normAutofit/>
          </a:bodyPr>
          <a:lstStyle/>
          <a:p>
            <a:r>
              <a:rPr lang="en-US" sz="3200" b="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Project Scope and Implementation</a:t>
            </a:r>
            <a:br>
              <a:rPr lang="en-US" b="0">
                <a:latin typeface="Times New Roman"/>
                <a:ea typeface="+mj-lt"/>
                <a:cs typeface="Times New Roman"/>
              </a:rPr>
            </a:br>
            <a:br>
              <a:rPr lang="en-US" b="0">
                <a:latin typeface="Times New Roman"/>
                <a:ea typeface="+mj-lt"/>
                <a:cs typeface="Times New Roman"/>
              </a:rPr>
            </a:br>
            <a:r>
              <a:rPr lang="en-US" sz="1800" b="0">
                <a:latin typeface="Times New Roman"/>
                <a:cs typeface="Times New Roman"/>
              </a:rPr>
              <a:t>Scope: Privacy-first, on-device AI features for the Jotter Android note-taking app.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E57ED25-BF7F-3984-E57D-BC7BE9406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1515010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941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2C847-6178-D397-2F5B-731ADD5B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16" y="297527"/>
            <a:ext cx="10950147" cy="803212"/>
          </a:xfrm>
        </p:spPr>
        <p:txBody>
          <a:bodyPr anchor="t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Base App vs Enhanced App</a:t>
            </a:r>
            <a:endParaRPr lang="en-US" sz="3200" b="0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pic>
        <p:nvPicPr>
          <p:cNvPr id="101" name="Picture 10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3C4E00D-01B0-9D1B-A49F-DCA14C7B9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42" y="1317773"/>
            <a:ext cx="2424410" cy="5168477"/>
          </a:xfrm>
          <a:prstGeom prst="rect">
            <a:avLst/>
          </a:prstGeom>
        </p:spPr>
      </p:pic>
      <p:pic>
        <p:nvPicPr>
          <p:cNvPr id="104" name="Picture 103" descr="A black cell phone with a white screen&#10;&#10;AI-generated content may be incorrect.">
            <a:extLst>
              <a:ext uri="{FF2B5EF4-FFF2-40B4-BE49-F238E27FC236}">
                <a16:creationId xmlns:a16="http://schemas.microsoft.com/office/drawing/2014/main" id="{4C710DFC-FB45-914E-6050-9297F3EC3D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72" t="13665" r="43522" b="19838"/>
          <a:stretch>
            <a:fillRect/>
          </a:stretch>
        </p:blipFill>
        <p:spPr>
          <a:xfrm>
            <a:off x="6643560" y="1282695"/>
            <a:ext cx="2636014" cy="5210361"/>
          </a:xfrm>
          <a:prstGeom prst="rect">
            <a:avLst/>
          </a:prstGeom>
        </p:spPr>
      </p:pic>
      <p:graphicFrame>
        <p:nvGraphicFramePr>
          <p:cNvPr id="258" name="Content Placeholder 255">
            <a:extLst>
              <a:ext uri="{FF2B5EF4-FFF2-40B4-BE49-F238E27FC236}">
                <a16:creationId xmlns:a16="http://schemas.microsoft.com/office/drawing/2014/main" id="{E2347A72-F400-E33E-E5A0-2FBB55F247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795139"/>
              </p:ext>
            </p:extLst>
          </p:nvPr>
        </p:nvGraphicFramePr>
        <p:xfrm>
          <a:off x="8947021" y="1443391"/>
          <a:ext cx="2659384" cy="4484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75" name="Content Placeholder 255">
            <a:extLst>
              <a:ext uri="{FF2B5EF4-FFF2-40B4-BE49-F238E27FC236}">
                <a16:creationId xmlns:a16="http://schemas.microsoft.com/office/drawing/2014/main" id="{4CCBA7E9-3A90-20EB-729F-B400E3A546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237511"/>
              </p:ext>
            </p:extLst>
          </p:nvPr>
        </p:nvGraphicFramePr>
        <p:xfrm>
          <a:off x="2561189" y="1473326"/>
          <a:ext cx="3788777" cy="4512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773" name="Connector: Elbow 1772">
            <a:extLst>
              <a:ext uri="{FF2B5EF4-FFF2-40B4-BE49-F238E27FC236}">
                <a16:creationId xmlns:a16="http://schemas.microsoft.com/office/drawing/2014/main" id="{C4D584D0-6FC0-5A7A-C3A5-4357D0AE6471}"/>
              </a:ext>
            </a:extLst>
          </p:cNvPr>
          <p:cNvCxnSpPr/>
          <p:nvPr/>
        </p:nvCxnSpPr>
        <p:spPr>
          <a:xfrm flipH="1" flipV="1">
            <a:off x="7503081" y="847737"/>
            <a:ext cx="673929" cy="102070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3" name="Connector: Elbow 572">
            <a:extLst>
              <a:ext uri="{FF2B5EF4-FFF2-40B4-BE49-F238E27FC236}">
                <a16:creationId xmlns:a16="http://schemas.microsoft.com/office/drawing/2014/main" id="{E50E9EC8-83DC-E117-7373-C34777AB899E}"/>
              </a:ext>
            </a:extLst>
          </p:cNvPr>
          <p:cNvCxnSpPr/>
          <p:nvPr/>
        </p:nvCxnSpPr>
        <p:spPr>
          <a:xfrm flipV="1">
            <a:off x="8687271" y="748698"/>
            <a:ext cx="451595" cy="113489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EAB00DC4-2962-6633-9E4A-743D539E9409}"/>
              </a:ext>
            </a:extLst>
          </p:cNvPr>
          <p:cNvSpPr txBox="1"/>
          <p:nvPr/>
        </p:nvSpPr>
        <p:spPr>
          <a:xfrm>
            <a:off x="9134527" y="545687"/>
            <a:ext cx="125086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solidFill>
                  <a:schemeClr val="accent6">
                    <a:lumMod val="49000"/>
                  </a:schemeClr>
                </a:solidFill>
                <a:latin typeface="Times New Roman"/>
                <a:cs typeface="Times New Roman"/>
              </a:rPr>
              <a:t>Smart Offline Summarizer</a:t>
            </a:r>
            <a:endParaRPr lang="en-US" sz="1050" b="1" u="sng">
              <a:solidFill>
                <a:schemeClr val="accent6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A793BC49-CF9B-FBF5-A2ED-7125C0494801}"/>
              </a:ext>
            </a:extLst>
          </p:cNvPr>
          <p:cNvSpPr txBox="1"/>
          <p:nvPr/>
        </p:nvSpPr>
        <p:spPr>
          <a:xfrm>
            <a:off x="6810689" y="626013"/>
            <a:ext cx="102643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solidFill>
                  <a:schemeClr val="accent3">
                    <a:lumMod val="76000"/>
                  </a:schemeClr>
                </a:solidFill>
                <a:latin typeface="Times New Roman"/>
                <a:cs typeface="Times New Roman"/>
              </a:rPr>
              <a:t>AI Tone Changer</a:t>
            </a:r>
          </a:p>
        </p:txBody>
      </p:sp>
    </p:spTree>
    <p:extLst>
      <p:ext uri="{BB962C8B-B14F-4D97-AF65-F5344CB8AC3E}">
        <p14:creationId xmlns:p14="http://schemas.microsoft.com/office/powerpoint/2010/main" val="189114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6BAB-A87B-593F-3404-87542C68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How It Works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54C2869-785F-AD67-B063-F31CEE56C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66992"/>
              </p:ext>
            </p:extLst>
          </p:nvPr>
        </p:nvGraphicFramePr>
        <p:xfrm>
          <a:off x="618871" y="1130872"/>
          <a:ext cx="10653713" cy="4592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6AFE4-3A21-78A3-C9A6-335814BF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00" y="138549"/>
            <a:ext cx="11225582" cy="8806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User Interface for AI Features in the Note Screen</a:t>
            </a:r>
            <a:endParaRPr lang="en-US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black cell phone with a white screen&#10;&#10;AI-generated content may be incorrect.">
            <a:extLst>
              <a:ext uri="{FF2B5EF4-FFF2-40B4-BE49-F238E27FC236}">
                <a16:creationId xmlns:a16="http://schemas.microsoft.com/office/drawing/2014/main" id="{DB9DF3C7-2F8C-A6A8-12A3-5789617B6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649" t="5472" r="24675" b="3601"/>
          <a:stretch>
            <a:fillRect/>
          </a:stretch>
        </p:blipFill>
        <p:spPr>
          <a:xfrm>
            <a:off x="5043066" y="1466924"/>
            <a:ext cx="2639086" cy="4854538"/>
          </a:xfrm>
          <a:prstGeom prst="rect">
            <a:avLst/>
          </a:prstGeom>
        </p:spPr>
      </p:pic>
      <p:pic>
        <p:nvPicPr>
          <p:cNvPr id="5" name="Picture 4" descr="A black smartphone with a white text on the screen&#10;&#10;AI-generated content may be incorrect.">
            <a:extLst>
              <a:ext uri="{FF2B5EF4-FFF2-40B4-BE49-F238E27FC236}">
                <a16:creationId xmlns:a16="http://schemas.microsoft.com/office/drawing/2014/main" id="{81798226-32CC-B706-74B5-157FD4C6C0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17" t="2465" r="21825" b="8730"/>
          <a:stretch>
            <a:fillRect/>
          </a:stretch>
        </p:blipFill>
        <p:spPr>
          <a:xfrm>
            <a:off x="480685" y="1378034"/>
            <a:ext cx="3017527" cy="4835464"/>
          </a:xfrm>
          <a:prstGeom prst="rect">
            <a:avLst/>
          </a:prstGeom>
        </p:spPr>
      </p:pic>
      <p:pic>
        <p:nvPicPr>
          <p:cNvPr id="6" name="Picture 5" descr="A black cell phone with a white text on the screen&#10;&#10;AI-generated content may be incorrect.">
            <a:extLst>
              <a:ext uri="{FF2B5EF4-FFF2-40B4-BE49-F238E27FC236}">
                <a16:creationId xmlns:a16="http://schemas.microsoft.com/office/drawing/2014/main" id="{31E9BB13-B3A4-644E-670A-34DC3041C0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69" t="5297" r="23639" b="4082"/>
          <a:stretch>
            <a:fillRect/>
          </a:stretch>
        </p:blipFill>
        <p:spPr>
          <a:xfrm>
            <a:off x="8123305" y="1377402"/>
            <a:ext cx="2983905" cy="4944001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3B9E364F-AAB7-5A7E-2D43-7D618525A9A4}"/>
              </a:ext>
            </a:extLst>
          </p:cNvPr>
          <p:cNvCxnSpPr/>
          <p:nvPr/>
        </p:nvCxnSpPr>
        <p:spPr>
          <a:xfrm>
            <a:off x="6971209" y="2379595"/>
            <a:ext cx="1943894" cy="1625498"/>
          </a:xfrm>
          <a:prstGeom prst="curvedConnector3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A4A7A6-B505-1C04-AD17-EF99D2748C40}"/>
              </a:ext>
            </a:extLst>
          </p:cNvPr>
          <p:cNvSpPr txBox="1"/>
          <p:nvPr/>
        </p:nvSpPr>
        <p:spPr>
          <a:xfrm>
            <a:off x="478281" y="6297495"/>
            <a:ext cx="30131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ea typeface="+mn-lt"/>
                <a:cs typeface="Times New Roman"/>
              </a:rPr>
              <a:t>Image: Smart Offline Summarizer Dialog</a:t>
            </a:r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22783F-C3E6-CA08-F42E-C285555B6488}"/>
              </a:ext>
            </a:extLst>
          </p:cNvPr>
          <p:cNvSpPr txBox="1"/>
          <p:nvPr/>
        </p:nvSpPr>
        <p:spPr>
          <a:xfrm>
            <a:off x="4839403" y="6300439"/>
            <a:ext cx="32865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ea typeface="+mn-lt"/>
                <a:cs typeface="Times New Roman"/>
              </a:rPr>
              <a:t>Tone style selection: Professional / Academic</a:t>
            </a:r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73931E-C710-BC34-096B-4A937A2E8DDD}"/>
              </a:ext>
            </a:extLst>
          </p:cNvPr>
          <p:cNvSpPr txBox="1"/>
          <p:nvPr/>
        </p:nvSpPr>
        <p:spPr>
          <a:xfrm>
            <a:off x="8684081" y="6303015"/>
            <a:ext cx="258491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cs typeface="Times New Roman"/>
              </a:rPr>
              <a:t>Image: </a:t>
            </a:r>
            <a:r>
              <a:rPr lang="en-US" sz="1200" b="1">
                <a:latin typeface="Times New Roman"/>
                <a:ea typeface="+mn-lt"/>
                <a:cs typeface="Times New Roman"/>
              </a:rPr>
              <a:t>Magic Rewrite Dialog</a:t>
            </a:r>
            <a:endParaRPr lang="en-US" sz="12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1385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488BB-D63A-0318-0747-174A6745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Smart Offline Summarizer</a:t>
            </a:r>
            <a:endParaRPr lang="en-US" sz="3200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86EA-4B15-B6B7-EC39-5A217BC3D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71866"/>
            <a:ext cx="4609361" cy="31712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Generates a summary of a user note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Uses MediaPipe LLM Inference API with local Gemma 3 1B model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Displays output in “AI Summary (Beta)” with benchmark metrics</a:t>
            </a:r>
            <a:endParaRPr lang="en-US" sz="1800">
              <a:latin typeface="Times New Roman"/>
              <a:cs typeface="Times New Roman"/>
            </a:endParaRPr>
          </a:p>
        </p:txBody>
      </p:sp>
      <p:pic>
        <p:nvPicPr>
          <p:cNvPr id="16" name="Summarizer video">
            <a:hlinkClick r:id="" action="ppaction://media"/>
            <a:extLst>
              <a:ext uri="{FF2B5EF4-FFF2-40B4-BE49-F238E27FC236}">
                <a16:creationId xmlns:a16="http://schemas.microsoft.com/office/drawing/2014/main" id="{6D128FF7-037C-B6D8-3D9A-27E9B5025D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57401" y="376250"/>
            <a:ext cx="6206581" cy="620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0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29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E9432-BF95-C090-B7EF-7648F7A2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AI Tone Changer</a:t>
            </a:r>
            <a:endParaRPr lang="en-US" sz="3200" b="0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9C56D-78D8-87FC-F179-F8BA6773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Supports Professional and Academic styles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Displays output in the “Magic Rewrite” dialog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Allows Copy, Cancel, or Replace Note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Aims to preserve meaning while changing tone</a:t>
            </a:r>
            <a:endParaRPr lang="en-US" sz="1800">
              <a:latin typeface="Times New Roman"/>
              <a:cs typeface="Times New Roman"/>
            </a:endParaRPr>
          </a:p>
        </p:txBody>
      </p:sp>
      <p:pic>
        <p:nvPicPr>
          <p:cNvPr id="4" name="rewrite video">
            <a:hlinkClick r:id="" action="ppaction://media"/>
            <a:extLst>
              <a:ext uri="{FF2B5EF4-FFF2-40B4-BE49-F238E27FC236}">
                <a16:creationId xmlns:a16="http://schemas.microsoft.com/office/drawing/2014/main" id="{B331AFCA-EB81-1E84-2481-A02A8EF276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3034" y="306229"/>
            <a:ext cx="6384342" cy="643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5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4595-DEAB-349F-9089-E4D8D051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cs typeface="Times New Roman"/>
              </a:rPr>
              <a:t>Privacy-First Offline Testing</a:t>
            </a:r>
            <a:endParaRPr lang="en-US" sz="3200" b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8E6C3-28CD-AEC2-3F1D-A1DDC1119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247"/>
            <a:ext cx="4173531" cy="14970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latin typeface="Times New Roman"/>
                <a:cs typeface="Times New Roman"/>
              </a:rPr>
              <a:t>Tested with airplane mode enabled</a:t>
            </a:r>
          </a:p>
          <a:p>
            <a:r>
              <a:rPr lang="en-US" sz="1800">
                <a:latin typeface="Times New Roman"/>
                <a:cs typeface="Times New Roman"/>
              </a:rPr>
              <a:t>Logcat confirmed local model path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AI features ran without an external cloud API call</a:t>
            </a:r>
            <a:endParaRPr lang="en-US" sz="1800">
              <a:latin typeface="Times New Roman"/>
              <a:cs typeface="Times New Roman"/>
            </a:endParaRPr>
          </a:p>
          <a:p>
            <a:endParaRPr lang="en-US" sz="1600">
              <a:latin typeface="Times New Roman"/>
              <a:cs typeface="Times New Roman"/>
            </a:endParaRPr>
          </a:p>
          <a:p>
            <a:endParaRPr lang="en-US" sz="1600">
              <a:latin typeface="Times New Roman"/>
              <a:cs typeface="Times New Roman"/>
            </a:endParaRPr>
          </a:p>
          <a:p>
            <a:endParaRPr lang="en-US"/>
          </a:p>
        </p:txBody>
      </p:sp>
      <p:pic>
        <p:nvPicPr>
          <p:cNvPr id="4" name="Picture 3" descr="A cell phone with text messages&#10;&#10;AI-generated content may be incorrect.">
            <a:extLst>
              <a:ext uri="{FF2B5EF4-FFF2-40B4-BE49-F238E27FC236}">
                <a16:creationId xmlns:a16="http://schemas.microsoft.com/office/drawing/2014/main" id="{86C20FD1-7514-8689-B403-7701BF44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11" t="6236" r="25964" b="49945"/>
          <a:stretch>
            <a:fillRect/>
          </a:stretch>
        </p:blipFill>
        <p:spPr>
          <a:xfrm>
            <a:off x="7542245" y="409365"/>
            <a:ext cx="3405680" cy="3300604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FCDB505-B8DE-B9CA-1A0D-CD50C3C8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72" r="68" b="4744"/>
          <a:stretch>
            <a:fillRect/>
          </a:stretch>
        </p:blipFill>
        <p:spPr>
          <a:xfrm>
            <a:off x="357673" y="4305651"/>
            <a:ext cx="11476669" cy="2022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E63AAA-00A5-1A84-BCFE-6D605317C8D6}"/>
              </a:ext>
            </a:extLst>
          </p:cNvPr>
          <p:cNvSpPr txBox="1"/>
          <p:nvPr/>
        </p:nvSpPr>
        <p:spPr>
          <a:xfrm>
            <a:off x="7834433" y="3822529"/>
            <a:ext cx="282243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cs typeface="Times New Roman"/>
              </a:rPr>
              <a:t>Image: </a:t>
            </a:r>
            <a:r>
              <a:rPr lang="en-US" sz="1200" b="1">
                <a:latin typeface="Times New Roman"/>
                <a:ea typeface="+mn-lt"/>
                <a:cs typeface="Times New Roman"/>
              </a:rPr>
              <a:t>App accessible in airplane mode</a:t>
            </a:r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1AD0E-4EB8-8146-C600-5E38245B8197}"/>
              </a:ext>
            </a:extLst>
          </p:cNvPr>
          <p:cNvSpPr txBox="1"/>
          <p:nvPr/>
        </p:nvSpPr>
        <p:spPr>
          <a:xfrm>
            <a:off x="3440090" y="6433911"/>
            <a:ext cx="500814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ea typeface="+mn-lt"/>
                <a:cs typeface="Times New Roman"/>
              </a:rPr>
              <a:t>Image: Logcat confirms offline LLM initialization using local model path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9C49A4-CEE4-E3E6-0A95-0C6157459557}"/>
                  </a:ext>
                </a:extLst>
              </p14:cNvPr>
              <p14:cNvContentPartPr/>
              <p14:nvPr/>
            </p14:nvContentPartPr>
            <p14:xfrm flipV="1">
              <a:off x="10191350" y="803174"/>
              <a:ext cx="89592" cy="40777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9C49A4-CEE4-E3E6-0A95-0C61574595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flipV="1">
                <a:off x="10137595" y="-11429926"/>
                <a:ext cx="196744" cy="244662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15164D-81B4-8175-C5B6-4E9C3E762646}"/>
              </a:ext>
            </a:extLst>
          </p:cNvPr>
          <p:cNvSpPr/>
          <p:nvPr/>
        </p:nvSpPr>
        <p:spPr>
          <a:xfrm>
            <a:off x="5203025" y="2708791"/>
            <a:ext cx="1032559" cy="4157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A2C94C-45D0-96B6-9937-F7B3BB2E71FB}"/>
              </a:ext>
            </a:extLst>
          </p:cNvPr>
          <p:cNvSpPr/>
          <p:nvPr/>
        </p:nvSpPr>
        <p:spPr>
          <a:xfrm>
            <a:off x="7001960" y="5341640"/>
            <a:ext cx="2294569" cy="248592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5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CCD63-22AF-31D5-B13D-2A5775D1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15696"/>
            <a:ext cx="5213192" cy="1094232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Performance Benchmarking and Memory Usage</a:t>
            </a:r>
            <a:endParaRPr lang="en-US" sz="3200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48EC4-FCFE-DD9E-D5E2-4D01E3C7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052" y="1946791"/>
            <a:ext cx="6221704" cy="16658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Measured latency, approximate throughput, and heap usage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Displayed metrics inside AI result dialogs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Verified memory behavior using Android Studio Profiler</a:t>
            </a:r>
            <a:endParaRPr lang="en-US" sz="1800">
              <a:latin typeface="Times New Roman"/>
              <a:cs typeface="Times New Roman"/>
            </a:endParaRPr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9B16354-E0B9-13AD-FC8A-3283BF6EF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51" y="3613021"/>
            <a:ext cx="6964607" cy="2280485"/>
          </a:xfrm>
          <a:prstGeom prst="rect">
            <a:avLst/>
          </a:prstGeom>
        </p:spPr>
      </p:pic>
      <p:pic>
        <p:nvPicPr>
          <p:cNvPr id="7" name="Picture 6" descr="A black smartphone with a white screen&#10;&#10;AI-generated content may be incorrect.">
            <a:extLst>
              <a:ext uri="{FF2B5EF4-FFF2-40B4-BE49-F238E27FC236}">
                <a16:creationId xmlns:a16="http://schemas.microsoft.com/office/drawing/2014/main" id="{CEC79B01-EB66-0DB7-F044-56699720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84" t="8223" r="27891" b="2277"/>
          <a:stretch>
            <a:fillRect/>
          </a:stretch>
        </p:blipFill>
        <p:spPr>
          <a:xfrm>
            <a:off x="8352797" y="328721"/>
            <a:ext cx="3102435" cy="62078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2A1924-29E8-8657-5E8C-E3658BA54236}"/>
              </a:ext>
            </a:extLst>
          </p:cNvPr>
          <p:cNvSpPr txBox="1"/>
          <p:nvPr/>
        </p:nvSpPr>
        <p:spPr>
          <a:xfrm>
            <a:off x="1635472" y="6003226"/>
            <a:ext cx="4918826" cy="282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ea typeface="+mn-lt"/>
                <a:cs typeface="Times New Roman"/>
              </a:rPr>
              <a:t>Image: Android Studio Profiler showing memory usage during inference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D6AED-02D9-D1B4-D67A-370900DCC5C6}"/>
              </a:ext>
            </a:extLst>
          </p:cNvPr>
          <p:cNvSpPr txBox="1"/>
          <p:nvPr/>
        </p:nvSpPr>
        <p:spPr>
          <a:xfrm>
            <a:off x="8352326" y="6395808"/>
            <a:ext cx="33875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ea typeface="+mn-lt"/>
                <a:cs typeface="Times New Roman"/>
              </a:rPr>
              <a:t>Image: AI result dialog showing runtime metrics</a:t>
            </a:r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FB5197-0B55-707D-E606-65742DAE260F}"/>
              </a:ext>
            </a:extLst>
          </p:cNvPr>
          <p:cNvSpPr/>
          <p:nvPr/>
        </p:nvSpPr>
        <p:spPr>
          <a:xfrm>
            <a:off x="9041074" y="2787685"/>
            <a:ext cx="607463" cy="115225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972D2BA-B87C-C9C9-9ADA-7C547F4F08A3}"/>
              </a:ext>
            </a:extLst>
          </p:cNvPr>
          <p:cNvSpPr/>
          <p:nvPr/>
        </p:nvSpPr>
        <p:spPr>
          <a:xfrm>
            <a:off x="10007981" y="2781280"/>
            <a:ext cx="549833" cy="128031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ED74B3-03D8-259C-5FAB-EFBA11B0A337}"/>
              </a:ext>
            </a:extLst>
          </p:cNvPr>
          <p:cNvSpPr/>
          <p:nvPr/>
        </p:nvSpPr>
        <p:spPr>
          <a:xfrm>
            <a:off x="9649392" y="2781281"/>
            <a:ext cx="351329" cy="115225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99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52788-FC3D-8A9C-90D4-EF4DE9EB3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77309"/>
            <a:ext cx="5393004" cy="935736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Evaluation Results</a:t>
            </a:r>
            <a:endParaRPr lang="en-US" sz="3200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FA6F5-BB42-B118-E83E-353F5188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36" y="2165536"/>
            <a:ext cx="8402071" cy="25211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All three implemented AI features completed successfully.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Latency, approximate throughput, and heap usage were recorded during testing.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Local AI execution produced measurable performance results.</a:t>
            </a:r>
          </a:p>
        </p:txBody>
      </p:sp>
      <p:pic>
        <p:nvPicPr>
          <p:cNvPr id="4" name="Picture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E03BD599-CE1B-B012-18AA-3B7B2621D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10" y="4091133"/>
            <a:ext cx="10817673" cy="1630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562D98-ACD5-E8A6-D2B2-181ABF0A350C}"/>
              </a:ext>
            </a:extLst>
          </p:cNvPr>
          <p:cNvSpPr txBox="1"/>
          <p:nvPr/>
        </p:nvSpPr>
        <p:spPr>
          <a:xfrm>
            <a:off x="3411560" y="5723200"/>
            <a:ext cx="5078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ea typeface="+mn-lt"/>
                <a:cs typeface="Times New Roman"/>
              </a:rPr>
              <a:t>Image: Benchmark results from summarization and rewrite test</a:t>
            </a:r>
            <a:endParaRPr lang="en-US" sz="14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76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7DDE4-7C08-573D-756E-00C35C38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6" cy="1132258"/>
          </a:xfrm>
        </p:spPr>
        <p:txBody>
          <a:bodyPr anchor="t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Storage and Persistence</a:t>
            </a:r>
            <a:endParaRPr lang="en-US">
              <a:solidFill>
                <a:schemeClr val="accent3"/>
              </a:solidFill>
              <a:latin typeface="Times New Roman"/>
              <a:cs typeface="Times New Roman"/>
            </a:endParaRPr>
          </a:p>
          <a:p>
            <a:endParaRPr lang="en-US" sz="3200">
              <a:latin typeface="Times New Roman"/>
              <a:cs typeface="Times New Roman"/>
            </a:endParaRPr>
          </a:p>
        </p:txBody>
      </p:sp>
      <p:pic>
        <p:nvPicPr>
          <p:cNvPr id="5" name="Picture 4" descr="A black smartphone with a white screen&#10;&#10;AI-generated content may be incorrect.">
            <a:extLst>
              <a:ext uri="{FF2B5EF4-FFF2-40B4-BE49-F238E27FC236}">
                <a16:creationId xmlns:a16="http://schemas.microsoft.com/office/drawing/2014/main" id="{EFEEF39F-4E6D-F9FA-2469-CC302B72C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11" t="5111" r="26889" b="1208"/>
          <a:stretch>
            <a:fillRect/>
          </a:stretch>
        </p:blipFill>
        <p:spPr>
          <a:xfrm>
            <a:off x="3815915" y="1680727"/>
            <a:ext cx="2230815" cy="4607013"/>
          </a:xfrm>
          <a:prstGeom prst="rect">
            <a:avLst/>
          </a:prstGeom>
        </p:spPr>
      </p:pic>
      <p:pic>
        <p:nvPicPr>
          <p:cNvPr id="4" name="Picture 3" descr="A black cell phone with a white text on the screen&#10;&#10;AI-generated content may be incorrect.">
            <a:extLst>
              <a:ext uri="{FF2B5EF4-FFF2-40B4-BE49-F238E27FC236}">
                <a16:creationId xmlns:a16="http://schemas.microsoft.com/office/drawing/2014/main" id="{C9090AE9-86CF-7121-9421-B977ABBEA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52" t="6222" r="29236" b="7394"/>
          <a:stretch>
            <a:fillRect/>
          </a:stretch>
        </p:blipFill>
        <p:spPr>
          <a:xfrm>
            <a:off x="805006" y="1679663"/>
            <a:ext cx="2240434" cy="44891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5049-AAEE-D42E-BA6E-A89ACB452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3272" y="1944956"/>
            <a:ext cx="4547908" cy="40690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Notes are stored locally using Room Database.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Magic Rewrite output is shown before updating the note.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Tone rewrite replaces the note only after user confirmation.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Rewritten note remains available after reopening.</a:t>
            </a:r>
          </a:p>
          <a:p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BC45FB-1AA6-C512-6B70-81496F9BA919}"/>
              </a:ext>
            </a:extLst>
          </p:cNvPr>
          <p:cNvSpPr/>
          <p:nvPr/>
        </p:nvSpPr>
        <p:spPr>
          <a:xfrm>
            <a:off x="2138210" y="4667928"/>
            <a:ext cx="604566" cy="202003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860AA2B-681D-3832-C8A7-AFB156759CB4}"/>
              </a:ext>
            </a:extLst>
          </p:cNvPr>
          <p:cNvCxnSpPr/>
          <p:nvPr/>
        </p:nvCxnSpPr>
        <p:spPr>
          <a:xfrm flipV="1">
            <a:off x="2733341" y="2935371"/>
            <a:ext cx="1235945" cy="1853918"/>
          </a:xfrm>
          <a:prstGeom prst="bentConnector3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E7FA547-FC3D-0E67-DECB-236F66B13DB2}"/>
              </a:ext>
            </a:extLst>
          </p:cNvPr>
          <p:cNvSpPr txBox="1"/>
          <p:nvPr/>
        </p:nvSpPr>
        <p:spPr>
          <a:xfrm>
            <a:off x="888516" y="6282282"/>
            <a:ext cx="207965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ea typeface="+mn-lt"/>
                <a:cs typeface="Times New Roman"/>
              </a:rPr>
              <a:t>Image: Magic Rewrite dialog</a:t>
            </a:r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A1D31-C3B5-F0A2-C5E0-75DFA1229FA1}"/>
              </a:ext>
            </a:extLst>
          </p:cNvPr>
          <p:cNvSpPr txBox="1"/>
          <p:nvPr/>
        </p:nvSpPr>
        <p:spPr>
          <a:xfrm>
            <a:off x="3485861" y="6280247"/>
            <a:ext cx="288905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cs typeface="Times New Roman"/>
              </a:rPr>
              <a:t>Image: </a:t>
            </a:r>
            <a:r>
              <a:rPr lang="en-US" sz="1200" b="1">
                <a:latin typeface="Times New Roman"/>
                <a:ea typeface="+mn-lt"/>
                <a:cs typeface="Times New Roman"/>
              </a:rPr>
              <a:t>Rewritten note after replacement</a:t>
            </a:r>
            <a:endParaRPr lang="en-US" sz="12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1194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7EF26-2ED1-5C61-539D-4C5CFEAC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-1776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sz="3200" b="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Final Outcome</a:t>
            </a:r>
            <a:endParaRPr lang="en-US" sz="3200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black cell phone with white text boxes&#10;&#10;AI-generated content may be incorrect.">
            <a:extLst>
              <a:ext uri="{FF2B5EF4-FFF2-40B4-BE49-F238E27FC236}">
                <a16:creationId xmlns:a16="http://schemas.microsoft.com/office/drawing/2014/main" id="{17B5A09F-8988-DA1C-2D0A-67F285827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14" t="5106" r="24933" b="5094"/>
          <a:stretch>
            <a:fillRect/>
          </a:stretch>
        </p:blipFill>
        <p:spPr>
          <a:xfrm>
            <a:off x="1835727" y="762772"/>
            <a:ext cx="2882390" cy="545446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75A42C-1479-84CC-A3C3-B0E62B507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1715655"/>
            <a:ext cx="4361693" cy="40965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Smart offline summarization was implemented and tested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Professional and academic tone rewriting were completed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Runtime benchmarking and memory usage were measured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Offline execution was verified using airplane mode and Logcat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Local storage and persistence were verified using Room Database</a:t>
            </a:r>
          </a:p>
        </p:txBody>
      </p:sp>
    </p:spTree>
    <p:extLst>
      <p:ext uri="{BB962C8B-B14F-4D97-AF65-F5344CB8AC3E}">
        <p14:creationId xmlns:p14="http://schemas.microsoft.com/office/powerpoint/2010/main" val="200876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A2EB2-C421-81DC-6919-863C3E18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39882"/>
            <a:ext cx="4158605" cy="4778235"/>
          </a:xfrm>
        </p:spPr>
        <p:txBody>
          <a:bodyPr anchor="t">
            <a:normAutofit/>
          </a:bodyPr>
          <a:lstStyle/>
          <a:p>
            <a:r>
              <a:rPr lang="en-US" sz="3200">
                <a:solidFill>
                  <a:schemeClr val="accent3"/>
                </a:solidFill>
                <a:latin typeface="Times New Roman"/>
                <a:ea typeface="+mj-lt"/>
                <a:cs typeface="Times New Roman"/>
              </a:rPr>
              <a:t>References</a:t>
            </a:r>
            <a:endParaRPr lang="en-US" sz="3200">
              <a:solidFill>
                <a:schemeClr val="accent3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23054-A68E-83F8-E3B1-BA731EED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120" y="1039882"/>
            <a:ext cx="6144768" cy="51799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Times New Roman"/>
              </a:rPr>
              <a:t>Google AI Edge, “LLM Inference guide for Android,” MediaPipe Solutions. [Online]. Available: </a:t>
            </a:r>
            <a:r>
              <a:rPr lang="en-US" sz="1400">
                <a:latin typeface="Times New Roman"/>
                <a:ea typeface="+mn-lt"/>
                <a:cs typeface="Times New Roman"/>
                <a:hlinkClick r:id="rId2"/>
              </a:rPr>
              <a:t>https://ai.google.dev/edge/mediapipe/solutions/genai/llm_inference/android</a:t>
            </a: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Times New Roman"/>
              </a:rPr>
              <a:t>Google AI for Developers, “Gemma models overview.” [Online]. Available: </a:t>
            </a:r>
            <a:r>
              <a:rPr lang="en-US" sz="1400">
                <a:latin typeface="Times New Roman"/>
                <a:ea typeface="+mn-lt"/>
                <a:cs typeface="Times New Roman"/>
                <a:hlinkClick r:id="rId3"/>
              </a:rPr>
              <a:t>https://ai.google.dev/gemma/docs</a:t>
            </a:r>
            <a:endParaRPr lang="en-US" sz="14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Times New Roman"/>
              </a:rPr>
              <a:t>LiteRT Community, “Gemma3-1B-IT,” Hugging Face model repository. [Online]. Available: </a:t>
            </a:r>
            <a:r>
              <a:rPr lang="en-US" sz="1400">
                <a:latin typeface="Times New Roman"/>
                <a:ea typeface="+mn-lt"/>
                <a:cs typeface="Times New Roman"/>
                <a:hlinkClick r:id="rId4"/>
              </a:rPr>
              <a:t>https://huggingface.co/litert-community/Gemma3-1B-IT/tree/main</a:t>
            </a:r>
            <a:endParaRPr lang="en-US" sz="14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Times New Roman"/>
              </a:rPr>
              <a:t>Android Developers, “State and Jetpack Compose.” [Online]. Available: </a:t>
            </a:r>
            <a:r>
              <a:rPr lang="en-US" sz="1400">
                <a:latin typeface="Times New Roman"/>
                <a:ea typeface="+mn-lt"/>
                <a:cs typeface="Times New Roman"/>
                <a:hlinkClick r:id="rId5"/>
              </a:rPr>
              <a:t>https://developer.android.com/develop/ui/compose/state</a:t>
            </a:r>
            <a:endParaRPr lang="en-US" sz="14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Times New Roman"/>
              </a:rPr>
              <a:t>Android Developers, “ViewModel overview.” [Online]. Available: </a:t>
            </a:r>
            <a:r>
              <a:rPr lang="en-US" sz="1400">
                <a:latin typeface="Times New Roman"/>
                <a:ea typeface="+mn-lt"/>
                <a:cs typeface="Times New Roman"/>
                <a:hlinkClick r:id="rId6"/>
              </a:rPr>
              <a:t>https://developer.android.com/topic/libraries/architecture/viewmodel</a:t>
            </a:r>
            <a:endParaRPr lang="en-US" sz="14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Times New Roman"/>
              </a:rPr>
              <a:t>Android Developers, “Save data in a local database using Room.” [Online]. Available: </a:t>
            </a:r>
            <a:r>
              <a:rPr lang="en-US" sz="1400">
                <a:latin typeface="Times New Roman"/>
                <a:ea typeface="+mn-lt"/>
                <a:cs typeface="Times New Roman"/>
                <a:hlinkClick r:id="rId7"/>
              </a:rPr>
              <a:t>https://developer.android.com/training/data-storage/room</a:t>
            </a:r>
            <a:endParaRPr lang="en-US" sz="14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Times New Roman"/>
              </a:rPr>
              <a:t>S. Mishra, “Jotter: Privacy-First Intelligent Note Management using On-Device Generative AI,” GitHub repository. [Online]. Available: </a:t>
            </a:r>
            <a:r>
              <a:rPr lang="en-US" sz="1400">
                <a:latin typeface="Times New Roman"/>
                <a:ea typeface="+mn-lt"/>
                <a:cs typeface="Times New Roman"/>
                <a:hlinkClick r:id="rId8"/>
              </a:rPr>
              <a:t>https://github.com/mishrasweta088/Jotter</a:t>
            </a:r>
            <a:endParaRPr lang="en-US" sz="1400">
              <a:latin typeface="Times New Roman"/>
              <a:ea typeface="+mn-lt"/>
              <a:cs typeface="Times New Roman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400"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4536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81" name="Rectangle 188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22E65-0FC4-E178-63E2-86883D78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>
                <a:solidFill>
                  <a:schemeClr val="accent3"/>
                </a:solidFill>
                <a:latin typeface="Times New Roman"/>
                <a:cs typeface="Times New Roman"/>
              </a:rPr>
              <a:t>Thank You</a:t>
            </a:r>
            <a:b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3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65" name="TextBox 1864">
            <a:extLst>
              <a:ext uri="{FF2B5EF4-FFF2-40B4-BE49-F238E27FC236}">
                <a16:creationId xmlns:a16="http://schemas.microsoft.com/office/drawing/2014/main" id="{41EAD0E0-CD1B-DE2E-7523-78094E6B7126}"/>
              </a:ext>
            </a:extLst>
          </p:cNvPr>
          <p:cNvSpPr txBox="1"/>
          <p:nvPr/>
        </p:nvSpPr>
        <p:spPr>
          <a:xfrm>
            <a:off x="8646193" y="5091040"/>
            <a:ext cx="336716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>
                <a:latin typeface="Times New Roman"/>
                <a:cs typeface="Times New Roman"/>
              </a:rPr>
              <a:t>Privacy-First Intelligent Note Management using On-Device Generative AI</a:t>
            </a:r>
            <a:br>
              <a:rPr lang="en-US" sz="1600" b="1">
                <a:latin typeface="Times New Roman"/>
                <a:cs typeface="Times New Roman"/>
              </a:rPr>
            </a:br>
            <a:r>
              <a:rPr lang="en-US" sz="1600" b="1" dirty="0">
                <a:latin typeface="Times New Roman"/>
                <a:cs typeface="Times New Roman"/>
              </a:rPr>
              <a:t> </a:t>
            </a:r>
            <a:br>
              <a:rPr lang="en-US" sz="1600" b="1">
                <a:latin typeface="Times New Roman"/>
                <a:cs typeface="Times New Roman"/>
              </a:rPr>
            </a:br>
            <a:r>
              <a:rPr lang="en-US" sz="1600" b="1">
                <a:latin typeface="Times New Roman"/>
                <a:cs typeface="Times New Roman"/>
              </a:rPr>
              <a:t>CS-595-54 Termination Project</a:t>
            </a:r>
            <a:br>
              <a:rPr lang="en-US" sz="1600" b="1">
                <a:latin typeface="Times New Roman"/>
                <a:cs typeface="Times New Roman"/>
              </a:rPr>
            </a:br>
            <a:r>
              <a:rPr lang="en-US" sz="1600" b="1">
                <a:latin typeface="Times New Roman"/>
                <a:cs typeface="Times New Roman"/>
              </a:rPr>
              <a:t>Sweta Mishra</a:t>
            </a:r>
            <a:endParaRPr lang="en-US" sz="1600">
              <a:latin typeface="Times New Roman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864812-012D-B9BC-485B-DDF539B20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882547"/>
              </p:ext>
            </p:extLst>
          </p:nvPr>
        </p:nvGraphicFramePr>
        <p:xfrm>
          <a:off x="612647" y="2212848"/>
          <a:ext cx="6035041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89388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751</Words>
  <Application>Microsoft Macintosh PowerPoint</Application>
  <PresentationFormat>Widescreen</PresentationFormat>
  <Paragraphs>109</Paragraphs>
  <Slides>15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Arial,Sans-Serif</vt:lpstr>
      <vt:lpstr>Neue Haas Grotesk Text Pro</vt:lpstr>
      <vt:lpstr>Times New Roman</vt:lpstr>
      <vt:lpstr>VanillaVTI</vt:lpstr>
      <vt:lpstr>Privacy-First Intelligent Note Management using On-Device Generative AI </vt:lpstr>
      <vt:lpstr>Motivation  Privacy-First Notes with Local AI   </vt:lpstr>
      <vt:lpstr>Project Scope and Implementation  Scope: Privacy-first, on-device AI features for the Jotter Android note-taking app.</vt:lpstr>
      <vt:lpstr>Base App vs Enhanced App</vt:lpstr>
      <vt:lpstr>How It Works</vt:lpstr>
      <vt:lpstr>User Interface for AI Features in the Note Screen</vt:lpstr>
      <vt:lpstr>Smart Offline Summarizer</vt:lpstr>
      <vt:lpstr>AI Tone Changer</vt:lpstr>
      <vt:lpstr>Privacy-First Offline Testing</vt:lpstr>
      <vt:lpstr>Performance Benchmarking and Memory Usage</vt:lpstr>
      <vt:lpstr>Evaluation Results</vt:lpstr>
      <vt:lpstr>Storage and Persistence </vt:lpstr>
      <vt:lpstr>Final Outcome</vt:lpstr>
      <vt:lpstr>References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Sweta Mishra</cp:lastModifiedBy>
  <cp:revision>1</cp:revision>
  <dcterms:created xsi:type="dcterms:W3CDTF">2025-03-30T14:41:32Z</dcterms:created>
  <dcterms:modified xsi:type="dcterms:W3CDTF">2026-07-22T00:24:08Z</dcterms:modified>
</cp:coreProperties>
</file>